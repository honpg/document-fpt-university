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1"/>
  </p:notesMasterIdLst>
  <p:handoutMasterIdLst>
    <p:handoutMasterId r:id="rId42"/>
  </p:handoutMasterIdLst>
  <p:sldIdLst>
    <p:sldId id="256" r:id="rId2"/>
    <p:sldId id="363" r:id="rId3"/>
    <p:sldId id="376" r:id="rId4"/>
    <p:sldId id="423" r:id="rId5"/>
    <p:sldId id="427" r:id="rId6"/>
    <p:sldId id="428" r:id="rId7"/>
    <p:sldId id="429" r:id="rId8"/>
    <p:sldId id="430" r:id="rId9"/>
    <p:sldId id="431" r:id="rId10"/>
    <p:sldId id="453" r:id="rId11"/>
    <p:sldId id="455" r:id="rId12"/>
    <p:sldId id="459" r:id="rId13"/>
    <p:sldId id="457" r:id="rId14"/>
    <p:sldId id="458" r:id="rId15"/>
    <p:sldId id="424" r:id="rId16"/>
    <p:sldId id="432" r:id="rId17"/>
    <p:sldId id="433" r:id="rId18"/>
    <p:sldId id="434" r:id="rId19"/>
    <p:sldId id="435" r:id="rId20"/>
    <p:sldId id="436" r:id="rId21"/>
    <p:sldId id="437" r:id="rId22"/>
    <p:sldId id="438" r:id="rId23"/>
    <p:sldId id="425" r:id="rId24"/>
    <p:sldId id="439" r:id="rId25"/>
    <p:sldId id="440" r:id="rId26"/>
    <p:sldId id="441" r:id="rId27"/>
    <p:sldId id="442" r:id="rId28"/>
    <p:sldId id="443" r:id="rId29"/>
    <p:sldId id="444" r:id="rId30"/>
    <p:sldId id="426" r:id="rId31"/>
    <p:sldId id="445" r:id="rId32"/>
    <p:sldId id="446" r:id="rId33"/>
    <p:sldId id="447" r:id="rId34"/>
    <p:sldId id="448" r:id="rId35"/>
    <p:sldId id="449" r:id="rId36"/>
    <p:sldId id="450" r:id="rId37"/>
    <p:sldId id="451" r:id="rId38"/>
    <p:sldId id="452" r:id="rId39"/>
    <p:sldId id="347" r:id="rId40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9"/>
    <p:restoredTop sz="94751"/>
  </p:normalViewPr>
  <p:slideViewPr>
    <p:cSldViewPr>
      <p:cViewPr varScale="1">
        <p:scale>
          <a:sx n="68" d="100"/>
          <a:sy n="68" d="100"/>
        </p:scale>
        <p:origin x="71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331E81-069E-47AE-BF92-D4F1A4B79D1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B0345F-019E-4BF3-8133-4319BB098788}">
      <dgm:prSet phldrT="[Text]"/>
      <dgm:spPr/>
      <dgm:t>
        <a:bodyPr/>
        <a:lstStyle/>
        <a:p>
          <a:r>
            <a:rPr lang="en-US" b="1"/>
            <a:t>Conceptualization</a:t>
          </a:r>
          <a:endParaRPr lang="en-US"/>
        </a:p>
      </dgm:t>
    </dgm:pt>
    <dgm:pt modelId="{03760EF0-05D6-4624-ACBC-7C34AD6B16E0}" type="parTrans" cxnId="{E2116F1D-659C-4775-AD26-D3A0FF8A3A30}">
      <dgm:prSet/>
      <dgm:spPr/>
      <dgm:t>
        <a:bodyPr/>
        <a:lstStyle/>
        <a:p>
          <a:endParaRPr lang="en-US"/>
        </a:p>
      </dgm:t>
    </dgm:pt>
    <dgm:pt modelId="{F4841F71-CEA9-439B-B10D-F8D0530DD05D}" type="sibTrans" cxnId="{E2116F1D-659C-4775-AD26-D3A0FF8A3A30}">
      <dgm:prSet/>
      <dgm:spPr/>
      <dgm:t>
        <a:bodyPr/>
        <a:lstStyle/>
        <a:p>
          <a:endParaRPr lang="en-US"/>
        </a:p>
      </dgm:t>
    </dgm:pt>
    <dgm:pt modelId="{1EED69BA-8824-42E2-BD6B-F85D42408D5D}">
      <dgm:prSet phldrT="[Text]"/>
      <dgm:spPr/>
      <dgm:t>
        <a:bodyPr/>
        <a:lstStyle/>
        <a:p>
          <a:r>
            <a:rPr lang="en-US" b="1"/>
            <a:t>Motor Planning</a:t>
          </a:r>
          <a:endParaRPr lang="en-US"/>
        </a:p>
      </dgm:t>
    </dgm:pt>
    <dgm:pt modelId="{62A719A0-3CD2-436A-BC44-B280AE5CBEE3}" type="parTrans" cxnId="{AEDB473E-3C38-484D-92DF-B88D553A1970}">
      <dgm:prSet/>
      <dgm:spPr/>
      <dgm:t>
        <a:bodyPr/>
        <a:lstStyle/>
        <a:p>
          <a:endParaRPr lang="en-US"/>
        </a:p>
      </dgm:t>
    </dgm:pt>
    <dgm:pt modelId="{8764CC02-9E6D-4379-ADC7-5D7B620F9AA4}" type="sibTrans" cxnId="{AEDB473E-3C38-484D-92DF-B88D553A1970}">
      <dgm:prSet/>
      <dgm:spPr/>
      <dgm:t>
        <a:bodyPr/>
        <a:lstStyle/>
        <a:p>
          <a:endParaRPr lang="en-US"/>
        </a:p>
      </dgm:t>
    </dgm:pt>
    <dgm:pt modelId="{DC52C0DA-B4EC-4E19-96C5-A226615DECA6}">
      <dgm:prSet phldrT="[Text]"/>
      <dgm:spPr/>
      <dgm:t>
        <a:bodyPr/>
        <a:lstStyle/>
        <a:p>
          <a:r>
            <a:rPr lang="en-US" b="1"/>
            <a:t>Articulation</a:t>
          </a:r>
          <a:endParaRPr lang="en-US"/>
        </a:p>
      </dgm:t>
    </dgm:pt>
    <dgm:pt modelId="{A6DB991B-94DE-44E6-8FF0-4CE02E4E0992}" type="parTrans" cxnId="{87A36D30-2B3D-4573-9068-C281DA5EB8E3}">
      <dgm:prSet/>
      <dgm:spPr/>
      <dgm:t>
        <a:bodyPr/>
        <a:lstStyle/>
        <a:p>
          <a:endParaRPr lang="en-US"/>
        </a:p>
      </dgm:t>
    </dgm:pt>
    <dgm:pt modelId="{6DDB2BD6-3362-4313-BB0E-339C8DC492F4}" type="sibTrans" cxnId="{87A36D30-2B3D-4573-9068-C281DA5EB8E3}">
      <dgm:prSet/>
      <dgm:spPr/>
      <dgm:t>
        <a:bodyPr/>
        <a:lstStyle/>
        <a:p>
          <a:endParaRPr lang="en-US"/>
        </a:p>
      </dgm:t>
    </dgm:pt>
    <dgm:pt modelId="{551BDB0E-BA71-4494-8C6C-9BC88AC724C2}" type="pres">
      <dgm:prSet presAssocID="{BF331E81-069E-47AE-BF92-D4F1A4B79D1C}" presName="outerComposite" presStyleCnt="0">
        <dgm:presLayoutVars>
          <dgm:chMax val="5"/>
          <dgm:dir/>
          <dgm:resizeHandles val="exact"/>
        </dgm:presLayoutVars>
      </dgm:prSet>
      <dgm:spPr/>
    </dgm:pt>
    <dgm:pt modelId="{AA3E602F-876E-45C0-9F21-5A7F0F13CA4E}" type="pres">
      <dgm:prSet presAssocID="{BF331E81-069E-47AE-BF92-D4F1A4B79D1C}" presName="dummyMaxCanvas" presStyleCnt="0">
        <dgm:presLayoutVars/>
      </dgm:prSet>
      <dgm:spPr/>
    </dgm:pt>
    <dgm:pt modelId="{8384C900-34C6-4DBB-9DC3-BD549A27E3D0}" type="pres">
      <dgm:prSet presAssocID="{BF331E81-069E-47AE-BF92-D4F1A4B79D1C}" presName="ThreeNodes_1" presStyleLbl="node1" presStyleIdx="0" presStyleCnt="3">
        <dgm:presLayoutVars>
          <dgm:bulletEnabled val="1"/>
        </dgm:presLayoutVars>
      </dgm:prSet>
      <dgm:spPr/>
    </dgm:pt>
    <dgm:pt modelId="{D7E62CF1-A9F8-46C2-8FDE-D96FC504972C}" type="pres">
      <dgm:prSet presAssocID="{BF331E81-069E-47AE-BF92-D4F1A4B79D1C}" presName="ThreeNodes_2" presStyleLbl="node1" presStyleIdx="1" presStyleCnt="3">
        <dgm:presLayoutVars>
          <dgm:bulletEnabled val="1"/>
        </dgm:presLayoutVars>
      </dgm:prSet>
      <dgm:spPr/>
    </dgm:pt>
    <dgm:pt modelId="{B884F083-7093-42A0-9A15-8E99B41EF173}" type="pres">
      <dgm:prSet presAssocID="{BF331E81-069E-47AE-BF92-D4F1A4B79D1C}" presName="ThreeNodes_3" presStyleLbl="node1" presStyleIdx="2" presStyleCnt="3">
        <dgm:presLayoutVars>
          <dgm:bulletEnabled val="1"/>
        </dgm:presLayoutVars>
      </dgm:prSet>
      <dgm:spPr/>
    </dgm:pt>
    <dgm:pt modelId="{069DB072-7841-4794-9C79-2CF5AC98672A}" type="pres">
      <dgm:prSet presAssocID="{BF331E81-069E-47AE-BF92-D4F1A4B79D1C}" presName="ThreeConn_1-2" presStyleLbl="fgAccFollowNode1" presStyleIdx="0" presStyleCnt="2">
        <dgm:presLayoutVars>
          <dgm:bulletEnabled val="1"/>
        </dgm:presLayoutVars>
      </dgm:prSet>
      <dgm:spPr/>
    </dgm:pt>
    <dgm:pt modelId="{6534F6AE-4C7C-4E04-A7FC-3F911E23C824}" type="pres">
      <dgm:prSet presAssocID="{BF331E81-069E-47AE-BF92-D4F1A4B79D1C}" presName="ThreeConn_2-3" presStyleLbl="fgAccFollowNode1" presStyleIdx="1" presStyleCnt="2">
        <dgm:presLayoutVars>
          <dgm:bulletEnabled val="1"/>
        </dgm:presLayoutVars>
      </dgm:prSet>
      <dgm:spPr/>
    </dgm:pt>
    <dgm:pt modelId="{F937F35B-AAE8-4F53-9F12-9DF1F8BD5B8A}" type="pres">
      <dgm:prSet presAssocID="{BF331E81-069E-47AE-BF92-D4F1A4B79D1C}" presName="ThreeNodes_1_text" presStyleLbl="node1" presStyleIdx="2" presStyleCnt="3">
        <dgm:presLayoutVars>
          <dgm:bulletEnabled val="1"/>
        </dgm:presLayoutVars>
      </dgm:prSet>
      <dgm:spPr/>
    </dgm:pt>
    <dgm:pt modelId="{FF9C4D5C-F0B1-4C4A-AAB9-D176470480E8}" type="pres">
      <dgm:prSet presAssocID="{BF331E81-069E-47AE-BF92-D4F1A4B79D1C}" presName="ThreeNodes_2_text" presStyleLbl="node1" presStyleIdx="2" presStyleCnt="3">
        <dgm:presLayoutVars>
          <dgm:bulletEnabled val="1"/>
        </dgm:presLayoutVars>
      </dgm:prSet>
      <dgm:spPr/>
    </dgm:pt>
    <dgm:pt modelId="{429BFE17-1AD6-40C3-964E-0AFF3291F30D}" type="pres">
      <dgm:prSet presAssocID="{BF331E81-069E-47AE-BF92-D4F1A4B79D1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4E2A116-E08E-420C-9C69-E379957BBA03}" type="presOf" srcId="{BF331E81-069E-47AE-BF92-D4F1A4B79D1C}" destId="{551BDB0E-BA71-4494-8C6C-9BC88AC724C2}" srcOrd="0" destOrd="0" presId="urn:microsoft.com/office/officeart/2005/8/layout/vProcess5"/>
    <dgm:cxn modelId="{E2116F1D-659C-4775-AD26-D3A0FF8A3A30}" srcId="{BF331E81-069E-47AE-BF92-D4F1A4B79D1C}" destId="{8CB0345F-019E-4BF3-8133-4319BB098788}" srcOrd="0" destOrd="0" parTransId="{03760EF0-05D6-4624-ACBC-7C34AD6B16E0}" sibTransId="{F4841F71-CEA9-439B-B10D-F8D0530DD05D}"/>
    <dgm:cxn modelId="{87A36D30-2B3D-4573-9068-C281DA5EB8E3}" srcId="{BF331E81-069E-47AE-BF92-D4F1A4B79D1C}" destId="{DC52C0DA-B4EC-4E19-96C5-A226615DECA6}" srcOrd="2" destOrd="0" parTransId="{A6DB991B-94DE-44E6-8FF0-4CE02E4E0992}" sibTransId="{6DDB2BD6-3362-4313-BB0E-339C8DC492F4}"/>
    <dgm:cxn modelId="{338AC330-C07E-4F2E-AB6F-1BF45AEFDC02}" type="presOf" srcId="{1EED69BA-8824-42E2-BD6B-F85D42408D5D}" destId="{FF9C4D5C-F0B1-4C4A-AAB9-D176470480E8}" srcOrd="1" destOrd="0" presId="urn:microsoft.com/office/officeart/2005/8/layout/vProcess5"/>
    <dgm:cxn modelId="{AEDB473E-3C38-484D-92DF-B88D553A1970}" srcId="{BF331E81-069E-47AE-BF92-D4F1A4B79D1C}" destId="{1EED69BA-8824-42E2-BD6B-F85D42408D5D}" srcOrd="1" destOrd="0" parTransId="{62A719A0-3CD2-436A-BC44-B280AE5CBEE3}" sibTransId="{8764CC02-9E6D-4379-ADC7-5D7B620F9AA4}"/>
    <dgm:cxn modelId="{C41EBD4F-2F44-446E-A274-FF8CCA8B24E9}" type="presOf" srcId="{F4841F71-CEA9-439B-B10D-F8D0530DD05D}" destId="{069DB072-7841-4794-9C79-2CF5AC98672A}" srcOrd="0" destOrd="0" presId="urn:microsoft.com/office/officeart/2005/8/layout/vProcess5"/>
    <dgm:cxn modelId="{8658F371-46CD-4CF6-B403-1F70687C55EE}" type="presOf" srcId="{8764CC02-9E6D-4379-ADC7-5D7B620F9AA4}" destId="{6534F6AE-4C7C-4E04-A7FC-3F911E23C824}" srcOrd="0" destOrd="0" presId="urn:microsoft.com/office/officeart/2005/8/layout/vProcess5"/>
    <dgm:cxn modelId="{5BB5CD72-0A11-4A69-9D83-F526DA487185}" type="presOf" srcId="{DC52C0DA-B4EC-4E19-96C5-A226615DECA6}" destId="{B884F083-7093-42A0-9A15-8E99B41EF173}" srcOrd="0" destOrd="0" presId="urn:microsoft.com/office/officeart/2005/8/layout/vProcess5"/>
    <dgm:cxn modelId="{03C555BC-B21A-416B-80BD-7AF4C29972FD}" type="presOf" srcId="{1EED69BA-8824-42E2-BD6B-F85D42408D5D}" destId="{D7E62CF1-A9F8-46C2-8FDE-D96FC504972C}" srcOrd="0" destOrd="0" presId="urn:microsoft.com/office/officeart/2005/8/layout/vProcess5"/>
    <dgm:cxn modelId="{363AE4CA-2DA6-403E-9E92-49AD79CC7D87}" type="presOf" srcId="{8CB0345F-019E-4BF3-8133-4319BB098788}" destId="{8384C900-34C6-4DBB-9DC3-BD549A27E3D0}" srcOrd="0" destOrd="0" presId="urn:microsoft.com/office/officeart/2005/8/layout/vProcess5"/>
    <dgm:cxn modelId="{E25D0BCB-D2B6-4901-A05E-798154CC13C6}" type="presOf" srcId="{8CB0345F-019E-4BF3-8133-4319BB098788}" destId="{F937F35B-AAE8-4F53-9F12-9DF1F8BD5B8A}" srcOrd="1" destOrd="0" presId="urn:microsoft.com/office/officeart/2005/8/layout/vProcess5"/>
    <dgm:cxn modelId="{8A1480D8-91F3-4143-BF74-BB4733A2D78E}" type="presOf" srcId="{DC52C0DA-B4EC-4E19-96C5-A226615DECA6}" destId="{429BFE17-1AD6-40C3-964E-0AFF3291F30D}" srcOrd="1" destOrd="0" presId="urn:microsoft.com/office/officeart/2005/8/layout/vProcess5"/>
    <dgm:cxn modelId="{E352DCF6-5D2B-4BCA-AB8C-C9814785DE0F}" type="presParOf" srcId="{551BDB0E-BA71-4494-8C6C-9BC88AC724C2}" destId="{AA3E602F-876E-45C0-9F21-5A7F0F13CA4E}" srcOrd="0" destOrd="0" presId="urn:microsoft.com/office/officeart/2005/8/layout/vProcess5"/>
    <dgm:cxn modelId="{4F35F38A-BD2E-4816-960F-0B598D65F32D}" type="presParOf" srcId="{551BDB0E-BA71-4494-8C6C-9BC88AC724C2}" destId="{8384C900-34C6-4DBB-9DC3-BD549A27E3D0}" srcOrd="1" destOrd="0" presId="urn:microsoft.com/office/officeart/2005/8/layout/vProcess5"/>
    <dgm:cxn modelId="{33B573DE-C029-484A-9C61-9BD84B18F361}" type="presParOf" srcId="{551BDB0E-BA71-4494-8C6C-9BC88AC724C2}" destId="{D7E62CF1-A9F8-46C2-8FDE-D96FC504972C}" srcOrd="2" destOrd="0" presId="urn:microsoft.com/office/officeart/2005/8/layout/vProcess5"/>
    <dgm:cxn modelId="{997138B3-13F3-4D76-A9FA-7C5042D746BE}" type="presParOf" srcId="{551BDB0E-BA71-4494-8C6C-9BC88AC724C2}" destId="{B884F083-7093-42A0-9A15-8E99B41EF173}" srcOrd="3" destOrd="0" presId="urn:microsoft.com/office/officeart/2005/8/layout/vProcess5"/>
    <dgm:cxn modelId="{63FE3AE8-CA78-4708-9E6E-8C15E8339F1A}" type="presParOf" srcId="{551BDB0E-BA71-4494-8C6C-9BC88AC724C2}" destId="{069DB072-7841-4794-9C79-2CF5AC98672A}" srcOrd="4" destOrd="0" presId="urn:microsoft.com/office/officeart/2005/8/layout/vProcess5"/>
    <dgm:cxn modelId="{6FFD30FA-611F-400F-90F8-1C42C1ABC27E}" type="presParOf" srcId="{551BDB0E-BA71-4494-8C6C-9BC88AC724C2}" destId="{6534F6AE-4C7C-4E04-A7FC-3F911E23C824}" srcOrd="5" destOrd="0" presId="urn:microsoft.com/office/officeart/2005/8/layout/vProcess5"/>
    <dgm:cxn modelId="{DFF77248-B0BA-4C7B-9A14-FA36BAA19003}" type="presParOf" srcId="{551BDB0E-BA71-4494-8C6C-9BC88AC724C2}" destId="{F937F35B-AAE8-4F53-9F12-9DF1F8BD5B8A}" srcOrd="6" destOrd="0" presId="urn:microsoft.com/office/officeart/2005/8/layout/vProcess5"/>
    <dgm:cxn modelId="{25066CE7-7D59-43AF-A50E-D86A3340ADF5}" type="presParOf" srcId="{551BDB0E-BA71-4494-8C6C-9BC88AC724C2}" destId="{FF9C4D5C-F0B1-4C4A-AAB9-D176470480E8}" srcOrd="7" destOrd="0" presId="urn:microsoft.com/office/officeart/2005/8/layout/vProcess5"/>
    <dgm:cxn modelId="{E5B6C0BD-4193-4F4D-BC94-DC6031CF8EED}" type="presParOf" srcId="{551BDB0E-BA71-4494-8C6C-9BC88AC724C2}" destId="{429BFE17-1AD6-40C3-964E-0AFF3291F30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331E81-069E-47AE-BF92-D4F1A4B79D1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B0345F-019E-4BF3-8133-4319BB098788}">
      <dgm:prSet phldrT="[Text]"/>
      <dgm:spPr/>
      <dgm:t>
        <a:bodyPr/>
        <a:lstStyle/>
        <a:p>
          <a:r>
            <a:rPr lang="en-US" b="1">
              <a:solidFill>
                <a:schemeClr val="tx1">
                  <a:lumMod val="75000"/>
                </a:schemeClr>
              </a:solidFill>
            </a:rPr>
            <a:t>Conceptualization</a:t>
          </a:r>
        </a:p>
      </dgm:t>
    </dgm:pt>
    <dgm:pt modelId="{03760EF0-05D6-4624-ACBC-7C34AD6B16E0}" type="parTrans" cxnId="{E2116F1D-659C-4775-AD26-D3A0FF8A3A30}">
      <dgm:prSet/>
      <dgm:spPr/>
      <dgm:t>
        <a:bodyPr/>
        <a:lstStyle/>
        <a:p>
          <a:endParaRPr lang="en-US"/>
        </a:p>
      </dgm:t>
    </dgm:pt>
    <dgm:pt modelId="{F4841F71-CEA9-439B-B10D-F8D0530DD05D}" type="sibTrans" cxnId="{E2116F1D-659C-4775-AD26-D3A0FF8A3A30}">
      <dgm:prSet/>
      <dgm:spPr/>
      <dgm:t>
        <a:bodyPr/>
        <a:lstStyle/>
        <a:p>
          <a:endParaRPr lang="en-US"/>
        </a:p>
      </dgm:t>
    </dgm:pt>
    <dgm:pt modelId="{1EED69BA-8824-42E2-BD6B-F85D42408D5D}">
      <dgm:prSet phldrT="[Text]"/>
      <dgm:spPr/>
      <dgm:t>
        <a:bodyPr/>
        <a:lstStyle/>
        <a:p>
          <a:r>
            <a:rPr lang="en-US" b="1"/>
            <a:t>Motor Planning</a:t>
          </a:r>
          <a:endParaRPr lang="en-US"/>
        </a:p>
      </dgm:t>
    </dgm:pt>
    <dgm:pt modelId="{62A719A0-3CD2-436A-BC44-B280AE5CBEE3}" type="parTrans" cxnId="{AEDB473E-3C38-484D-92DF-B88D553A1970}">
      <dgm:prSet/>
      <dgm:spPr/>
      <dgm:t>
        <a:bodyPr/>
        <a:lstStyle/>
        <a:p>
          <a:endParaRPr lang="en-US"/>
        </a:p>
      </dgm:t>
    </dgm:pt>
    <dgm:pt modelId="{8764CC02-9E6D-4379-ADC7-5D7B620F9AA4}" type="sibTrans" cxnId="{AEDB473E-3C38-484D-92DF-B88D553A1970}">
      <dgm:prSet/>
      <dgm:spPr/>
      <dgm:t>
        <a:bodyPr/>
        <a:lstStyle/>
        <a:p>
          <a:endParaRPr lang="en-US"/>
        </a:p>
      </dgm:t>
    </dgm:pt>
    <dgm:pt modelId="{DC52C0DA-B4EC-4E19-96C5-A226615DECA6}">
      <dgm:prSet phldrT="[Text]"/>
      <dgm:spPr/>
      <dgm:t>
        <a:bodyPr/>
        <a:lstStyle/>
        <a:p>
          <a:r>
            <a:rPr lang="en-US" b="1"/>
            <a:t>Articulation</a:t>
          </a:r>
          <a:endParaRPr lang="en-US"/>
        </a:p>
      </dgm:t>
    </dgm:pt>
    <dgm:pt modelId="{A6DB991B-94DE-44E6-8FF0-4CE02E4E0992}" type="parTrans" cxnId="{87A36D30-2B3D-4573-9068-C281DA5EB8E3}">
      <dgm:prSet/>
      <dgm:spPr/>
      <dgm:t>
        <a:bodyPr/>
        <a:lstStyle/>
        <a:p>
          <a:endParaRPr lang="en-US"/>
        </a:p>
      </dgm:t>
    </dgm:pt>
    <dgm:pt modelId="{6DDB2BD6-3362-4313-BB0E-339C8DC492F4}" type="sibTrans" cxnId="{87A36D30-2B3D-4573-9068-C281DA5EB8E3}">
      <dgm:prSet/>
      <dgm:spPr/>
      <dgm:t>
        <a:bodyPr/>
        <a:lstStyle/>
        <a:p>
          <a:endParaRPr lang="en-US"/>
        </a:p>
      </dgm:t>
    </dgm:pt>
    <dgm:pt modelId="{551BDB0E-BA71-4494-8C6C-9BC88AC724C2}" type="pres">
      <dgm:prSet presAssocID="{BF331E81-069E-47AE-BF92-D4F1A4B79D1C}" presName="outerComposite" presStyleCnt="0">
        <dgm:presLayoutVars>
          <dgm:chMax val="5"/>
          <dgm:dir/>
          <dgm:resizeHandles val="exact"/>
        </dgm:presLayoutVars>
      </dgm:prSet>
      <dgm:spPr/>
    </dgm:pt>
    <dgm:pt modelId="{AA3E602F-876E-45C0-9F21-5A7F0F13CA4E}" type="pres">
      <dgm:prSet presAssocID="{BF331E81-069E-47AE-BF92-D4F1A4B79D1C}" presName="dummyMaxCanvas" presStyleCnt="0">
        <dgm:presLayoutVars/>
      </dgm:prSet>
      <dgm:spPr/>
    </dgm:pt>
    <dgm:pt modelId="{8384C900-34C6-4DBB-9DC3-BD549A27E3D0}" type="pres">
      <dgm:prSet presAssocID="{BF331E81-069E-47AE-BF92-D4F1A4B79D1C}" presName="ThreeNodes_1" presStyleLbl="node1" presStyleIdx="0" presStyleCnt="3">
        <dgm:presLayoutVars>
          <dgm:bulletEnabled val="1"/>
        </dgm:presLayoutVars>
      </dgm:prSet>
      <dgm:spPr/>
    </dgm:pt>
    <dgm:pt modelId="{D7E62CF1-A9F8-46C2-8FDE-D96FC504972C}" type="pres">
      <dgm:prSet presAssocID="{BF331E81-069E-47AE-BF92-D4F1A4B79D1C}" presName="ThreeNodes_2" presStyleLbl="node1" presStyleIdx="1" presStyleCnt="3">
        <dgm:presLayoutVars>
          <dgm:bulletEnabled val="1"/>
        </dgm:presLayoutVars>
      </dgm:prSet>
      <dgm:spPr/>
    </dgm:pt>
    <dgm:pt modelId="{B884F083-7093-42A0-9A15-8E99B41EF173}" type="pres">
      <dgm:prSet presAssocID="{BF331E81-069E-47AE-BF92-D4F1A4B79D1C}" presName="ThreeNodes_3" presStyleLbl="node1" presStyleIdx="2" presStyleCnt="3">
        <dgm:presLayoutVars>
          <dgm:bulletEnabled val="1"/>
        </dgm:presLayoutVars>
      </dgm:prSet>
      <dgm:spPr/>
    </dgm:pt>
    <dgm:pt modelId="{069DB072-7841-4794-9C79-2CF5AC98672A}" type="pres">
      <dgm:prSet presAssocID="{BF331E81-069E-47AE-BF92-D4F1A4B79D1C}" presName="ThreeConn_1-2" presStyleLbl="fgAccFollowNode1" presStyleIdx="0" presStyleCnt="2">
        <dgm:presLayoutVars>
          <dgm:bulletEnabled val="1"/>
        </dgm:presLayoutVars>
      </dgm:prSet>
      <dgm:spPr/>
    </dgm:pt>
    <dgm:pt modelId="{6534F6AE-4C7C-4E04-A7FC-3F911E23C824}" type="pres">
      <dgm:prSet presAssocID="{BF331E81-069E-47AE-BF92-D4F1A4B79D1C}" presName="ThreeConn_2-3" presStyleLbl="fgAccFollowNode1" presStyleIdx="1" presStyleCnt="2">
        <dgm:presLayoutVars>
          <dgm:bulletEnabled val="1"/>
        </dgm:presLayoutVars>
      </dgm:prSet>
      <dgm:spPr/>
    </dgm:pt>
    <dgm:pt modelId="{F937F35B-AAE8-4F53-9F12-9DF1F8BD5B8A}" type="pres">
      <dgm:prSet presAssocID="{BF331E81-069E-47AE-BF92-D4F1A4B79D1C}" presName="ThreeNodes_1_text" presStyleLbl="node1" presStyleIdx="2" presStyleCnt="3">
        <dgm:presLayoutVars>
          <dgm:bulletEnabled val="1"/>
        </dgm:presLayoutVars>
      </dgm:prSet>
      <dgm:spPr/>
    </dgm:pt>
    <dgm:pt modelId="{FF9C4D5C-F0B1-4C4A-AAB9-D176470480E8}" type="pres">
      <dgm:prSet presAssocID="{BF331E81-069E-47AE-BF92-D4F1A4B79D1C}" presName="ThreeNodes_2_text" presStyleLbl="node1" presStyleIdx="2" presStyleCnt="3">
        <dgm:presLayoutVars>
          <dgm:bulletEnabled val="1"/>
        </dgm:presLayoutVars>
      </dgm:prSet>
      <dgm:spPr/>
    </dgm:pt>
    <dgm:pt modelId="{429BFE17-1AD6-40C3-964E-0AFF3291F30D}" type="pres">
      <dgm:prSet presAssocID="{BF331E81-069E-47AE-BF92-D4F1A4B79D1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4E2A116-E08E-420C-9C69-E379957BBA03}" type="presOf" srcId="{BF331E81-069E-47AE-BF92-D4F1A4B79D1C}" destId="{551BDB0E-BA71-4494-8C6C-9BC88AC724C2}" srcOrd="0" destOrd="0" presId="urn:microsoft.com/office/officeart/2005/8/layout/vProcess5"/>
    <dgm:cxn modelId="{E2116F1D-659C-4775-AD26-D3A0FF8A3A30}" srcId="{BF331E81-069E-47AE-BF92-D4F1A4B79D1C}" destId="{8CB0345F-019E-4BF3-8133-4319BB098788}" srcOrd="0" destOrd="0" parTransId="{03760EF0-05D6-4624-ACBC-7C34AD6B16E0}" sibTransId="{F4841F71-CEA9-439B-B10D-F8D0530DD05D}"/>
    <dgm:cxn modelId="{87A36D30-2B3D-4573-9068-C281DA5EB8E3}" srcId="{BF331E81-069E-47AE-BF92-D4F1A4B79D1C}" destId="{DC52C0DA-B4EC-4E19-96C5-A226615DECA6}" srcOrd="2" destOrd="0" parTransId="{A6DB991B-94DE-44E6-8FF0-4CE02E4E0992}" sibTransId="{6DDB2BD6-3362-4313-BB0E-339C8DC492F4}"/>
    <dgm:cxn modelId="{338AC330-C07E-4F2E-AB6F-1BF45AEFDC02}" type="presOf" srcId="{1EED69BA-8824-42E2-BD6B-F85D42408D5D}" destId="{FF9C4D5C-F0B1-4C4A-AAB9-D176470480E8}" srcOrd="1" destOrd="0" presId="urn:microsoft.com/office/officeart/2005/8/layout/vProcess5"/>
    <dgm:cxn modelId="{AEDB473E-3C38-484D-92DF-B88D553A1970}" srcId="{BF331E81-069E-47AE-BF92-D4F1A4B79D1C}" destId="{1EED69BA-8824-42E2-BD6B-F85D42408D5D}" srcOrd="1" destOrd="0" parTransId="{62A719A0-3CD2-436A-BC44-B280AE5CBEE3}" sibTransId="{8764CC02-9E6D-4379-ADC7-5D7B620F9AA4}"/>
    <dgm:cxn modelId="{C41EBD4F-2F44-446E-A274-FF8CCA8B24E9}" type="presOf" srcId="{F4841F71-CEA9-439B-B10D-F8D0530DD05D}" destId="{069DB072-7841-4794-9C79-2CF5AC98672A}" srcOrd="0" destOrd="0" presId="urn:microsoft.com/office/officeart/2005/8/layout/vProcess5"/>
    <dgm:cxn modelId="{8658F371-46CD-4CF6-B403-1F70687C55EE}" type="presOf" srcId="{8764CC02-9E6D-4379-ADC7-5D7B620F9AA4}" destId="{6534F6AE-4C7C-4E04-A7FC-3F911E23C824}" srcOrd="0" destOrd="0" presId="urn:microsoft.com/office/officeart/2005/8/layout/vProcess5"/>
    <dgm:cxn modelId="{5BB5CD72-0A11-4A69-9D83-F526DA487185}" type="presOf" srcId="{DC52C0DA-B4EC-4E19-96C5-A226615DECA6}" destId="{B884F083-7093-42A0-9A15-8E99B41EF173}" srcOrd="0" destOrd="0" presId="urn:microsoft.com/office/officeart/2005/8/layout/vProcess5"/>
    <dgm:cxn modelId="{03C555BC-B21A-416B-80BD-7AF4C29972FD}" type="presOf" srcId="{1EED69BA-8824-42E2-BD6B-F85D42408D5D}" destId="{D7E62CF1-A9F8-46C2-8FDE-D96FC504972C}" srcOrd="0" destOrd="0" presId="urn:microsoft.com/office/officeart/2005/8/layout/vProcess5"/>
    <dgm:cxn modelId="{363AE4CA-2DA6-403E-9E92-49AD79CC7D87}" type="presOf" srcId="{8CB0345F-019E-4BF3-8133-4319BB098788}" destId="{8384C900-34C6-4DBB-9DC3-BD549A27E3D0}" srcOrd="0" destOrd="0" presId="urn:microsoft.com/office/officeart/2005/8/layout/vProcess5"/>
    <dgm:cxn modelId="{E25D0BCB-D2B6-4901-A05E-798154CC13C6}" type="presOf" srcId="{8CB0345F-019E-4BF3-8133-4319BB098788}" destId="{F937F35B-AAE8-4F53-9F12-9DF1F8BD5B8A}" srcOrd="1" destOrd="0" presId="urn:microsoft.com/office/officeart/2005/8/layout/vProcess5"/>
    <dgm:cxn modelId="{8A1480D8-91F3-4143-BF74-BB4733A2D78E}" type="presOf" srcId="{DC52C0DA-B4EC-4E19-96C5-A226615DECA6}" destId="{429BFE17-1AD6-40C3-964E-0AFF3291F30D}" srcOrd="1" destOrd="0" presId="urn:microsoft.com/office/officeart/2005/8/layout/vProcess5"/>
    <dgm:cxn modelId="{E352DCF6-5D2B-4BCA-AB8C-C9814785DE0F}" type="presParOf" srcId="{551BDB0E-BA71-4494-8C6C-9BC88AC724C2}" destId="{AA3E602F-876E-45C0-9F21-5A7F0F13CA4E}" srcOrd="0" destOrd="0" presId="urn:microsoft.com/office/officeart/2005/8/layout/vProcess5"/>
    <dgm:cxn modelId="{4F35F38A-BD2E-4816-960F-0B598D65F32D}" type="presParOf" srcId="{551BDB0E-BA71-4494-8C6C-9BC88AC724C2}" destId="{8384C900-34C6-4DBB-9DC3-BD549A27E3D0}" srcOrd="1" destOrd="0" presId="urn:microsoft.com/office/officeart/2005/8/layout/vProcess5"/>
    <dgm:cxn modelId="{33B573DE-C029-484A-9C61-9BD84B18F361}" type="presParOf" srcId="{551BDB0E-BA71-4494-8C6C-9BC88AC724C2}" destId="{D7E62CF1-A9F8-46C2-8FDE-D96FC504972C}" srcOrd="2" destOrd="0" presId="urn:microsoft.com/office/officeart/2005/8/layout/vProcess5"/>
    <dgm:cxn modelId="{997138B3-13F3-4D76-A9FA-7C5042D746BE}" type="presParOf" srcId="{551BDB0E-BA71-4494-8C6C-9BC88AC724C2}" destId="{B884F083-7093-42A0-9A15-8E99B41EF173}" srcOrd="3" destOrd="0" presId="urn:microsoft.com/office/officeart/2005/8/layout/vProcess5"/>
    <dgm:cxn modelId="{63FE3AE8-CA78-4708-9E6E-8C15E8339F1A}" type="presParOf" srcId="{551BDB0E-BA71-4494-8C6C-9BC88AC724C2}" destId="{069DB072-7841-4794-9C79-2CF5AC98672A}" srcOrd="4" destOrd="0" presId="urn:microsoft.com/office/officeart/2005/8/layout/vProcess5"/>
    <dgm:cxn modelId="{6FFD30FA-611F-400F-90F8-1C42C1ABC27E}" type="presParOf" srcId="{551BDB0E-BA71-4494-8C6C-9BC88AC724C2}" destId="{6534F6AE-4C7C-4E04-A7FC-3F911E23C824}" srcOrd="5" destOrd="0" presId="urn:microsoft.com/office/officeart/2005/8/layout/vProcess5"/>
    <dgm:cxn modelId="{DFF77248-B0BA-4C7B-9A14-FA36BAA19003}" type="presParOf" srcId="{551BDB0E-BA71-4494-8C6C-9BC88AC724C2}" destId="{F937F35B-AAE8-4F53-9F12-9DF1F8BD5B8A}" srcOrd="6" destOrd="0" presId="urn:microsoft.com/office/officeart/2005/8/layout/vProcess5"/>
    <dgm:cxn modelId="{25066CE7-7D59-43AF-A50E-D86A3340ADF5}" type="presParOf" srcId="{551BDB0E-BA71-4494-8C6C-9BC88AC724C2}" destId="{FF9C4D5C-F0B1-4C4A-AAB9-D176470480E8}" srcOrd="7" destOrd="0" presId="urn:microsoft.com/office/officeart/2005/8/layout/vProcess5"/>
    <dgm:cxn modelId="{E5B6C0BD-4193-4F4D-BC94-DC6031CF8EED}" type="presParOf" srcId="{551BDB0E-BA71-4494-8C6C-9BC88AC724C2}" destId="{429BFE17-1AD6-40C3-964E-0AFF3291F30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331E81-069E-47AE-BF92-D4F1A4B79D1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B0345F-019E-4BF3-8133-4319BB098788}">
      <dgm:prSet phldrT="[Text]"/>
      <dgm:spPr/>
      <dgm:t>
        <a:bodyPr/>
        <a:lstStyle/>
        <a:p>
          <a:r>
            <a:rPr lang="en-US" b="1"/>
            <a:t>Conceptualization</a:t>
          </a:r>
          <a:endParaRPr lang="en-US"/>
        </a:p>
      </dgm:t>
    </dgm:pt>
    <dgm:pt modelId="{03760EF0-05D6-4624-ACBC-7C34AD6B16E0}" type="parTrans" cxnId="{E2116F1D-659C-4775-AD26-D3A0FF8A3A30}">
      <dgm:prSet/>
      <dgm:spPr/>
      <dgm:t>
        <a:bodyPr/>
        <a:lstStyle/>
        <a:p>
          <a:endParaRPr lang="en-US"/>
        </a:p>
      </dgm:t>
    </dgm:pt>
    <dgm:pt modelId="{F4841F71-CEA9-439B-B10D-F8D0530DD05D}" type="sibTrans" cxnId="{E2116F1D-659C-4775-AD26-D3A0FF8A3A30}">
      <dgm:prSet/>
      <dgm:spPr/>
      <dgm:t>
        <a:bodyPr/>
        <a:lstStyle/>
        <a:p>
          <a:endParaRPr lang="en-US"/>
        </a:p>
      </dgm:t>
    </dgm:pt>
    <dgm:pt modelId="{1EED69BA-8824-42E2-BD6B-F85D42408D5D}">
      <dgm:prSet phldrT="[Text]"/>
      <dgm:spPr/>
      <dgm:t>
        <a:bodyPr/>
        <a:lstStyle/>
        <a:p>
          <a:r>
            <a:rPr lang="en-US" b="1">
              <a:solidFill>
                <a:schemeClr val="tx1">
                  <a:lumMod val="75000"/>
                </a:schemeClr>
              </a:solidFill>
            </a:rPr>
            <a:t>Motor Planning</a:t>
          </a:r>
          <a:endParaRPr lang="en-US">
            <a:solidFill>
              <a:schemeClr val="tx1">
                <a:lumMod val="75000"/>
              </a:schemeClr>
            </a:solidFill>
          </a:endParaRPr>
        </a:p>
      </dgm:t>
    </dgm:pt>
    <dgm:pt modelId="{62A719A0-3CD2-436A-BC44-B280AE5CBEE3}" type="parTrans" cxnId="{AEDB473E-3C38-484D-92DF-B88D553A1970}">
      <dgm:prSet/>
      <dgm:spPr/>
      <dgm:t>
        <a:bodyPr/>
        <a:lstStyle/>
        <a:p>
          <a:endParaRPr lang="en-US"/>
        </a:p>
      </dgm:t>
    </dgm:pt>
    <dgm:pt modelId="{8764CC02-9E6D-4379-ADC7-5D7B620F9AA4}" type="sibTrans" cxnId="{AEDB473E-3C38-484D-92DF-B88D553A1970}">
      <dgm:prSet/>
      <dgm:spPr/>
      <dgm:t>
        <a:bodyPr/>
        <a:lstStyle/>
        <a:p>
          <a:endParaRPr lang="en-US"/>
        </a:p>
      </dgm:t>
    </dgm:pt>
    <dgm:pt modelId="{DC52C0DA-B4EC-4E19-96C5-A226615DECA6}">
      <dgm:prSet phldrT="[Text]"/>
      <dgm:spPr/>
      <dgm:t>
        <a:bodyPr/>
        <a:lstStyle/>
        <a:p>
          <a:r>
            <a:rPr lang="en-US" b="1"/>
            <a:t>Articulation</a:t>
          </a:r>
          <a:endParaRPr lang="en-US"/>
        </a:p>
      </dgm:t>
    </dgm:pt>
    <dgm:pt modelId="{A6DB991B-94DE-44E6-8FF0-4CE02E4E0992}" type="parTrans" cxnId="{87A36D30-2B3D-4573-9068-C281DA5EB8E3}">
      <dgm:prSet/>
      <dgm:spPr/>
      <dgm:t>
        <a:bodyPr/>
        <a:lstStyle/>
        <a:p>
          <a:endParaRPr lang="en-US"/>
        </a:p>
      </dgm:t>
    </dgm:pt>
    <dgm:pt modelId="{6DDB2BD6-3362-4313-BB0E-339C8DC492F4}" type="sibTrans" cxnId="{87A36D30-2B3D-4573-9068-C281DA5EB8E3}">
      <dgm:prSet/>
      <dgm:spPr/>
      <dgm:t>
        <a:bodyPr/>
        <a:lstStyle/>
        <a:p>
          <a:endParaRPr lang="en-US"/>
        </a:p>
      </dgm:t>
    </dgm:pt>
    <dgm:pt modelId="{551BDB0E-BA71-4494-8C6C-9BC88AC724C2}" type="pres">
      <dgm:prSet presAssocID="{BF331E81-069E-47AE-BF92-D4F1A4B79D1C}" presName="outerComposite" presStyleCnt="0">
        <dgm:presLayoutVars>
          <dgm:chMax val="5"/>
          <dgm:dir/>
          <dgm:resizeHandles val="exact"/>
        </dgm:presLayoutVars>
      </dgm:prSet>
      <dgm:spPr/>
    </dgm:pt>
    <dgm:pt modelId="{AA3E602F-876E-45C0-9F21-5A7F0F13CA4E}" type="pres">
      <dgm:prSet presAssocID="{BF331E81-069E-47AE-BF92-D4F1A4B79D1C}" presName="dummyMaxCanvas" presStyleCnt="0">
        <dgm:presLayoutVars/>
      </dgm:prSet>
      <dgm:spPr/>
    </dgm:pt>
    <dgm:pt modelId="{8384C900-34C6-4DBB-9DC3-BD549A27E3D0}" type="pres">
      <dgm:prSet presAssocID="{BF331E81-069E-47AE-BF92-D4F1A4B79D1C}" presName="ThreeNodes_1" presStyleLbl="node1" presStyleIdx="0" presStyleCnt="3">
        <dgm:presLayoutVars>
          <dgm:bulletEnabled val="1"/>
        </dgm:presLayoutVars>
      </dgm:prSet>
      <dgm:spPr/>
    </dgm:pt>
    <dgm:pt modelId="{D7E62CF1-A9F8-46C2-8FDE-D96FC504972C}" type="pres">
      <dgm:prSet presAssocID="{BF331E81-069E-47AE-BF92-D4F1A4B79D1C}" presName="ThreeNodes_2" presStyleLbl="node1" presStyleIdx="1" presStyleCnt="3">
        <dgm:presLayoutVars>
          <dgm:bulletEnabled val="1"/>
        </dgm:presLayoutVars>
      </dgm:prSet>
      <dgm:spPr/>
    </dgm:pt>
    <dgm:pt modelId="{B884F083-7093-42A0-9A15-8E99B41EF173}" type="pres">
      <dgm:prSet presAssocID="{BF331E81-069E-47AE-BF92-D4F1A4B79D1C}" presName="ThreeNodes_3" presStyleLbl="node1" presStyleIdx="2" presStyleCnt="3">
        <dgm:presLayoutVars>
          <dgm:bulletEnabled val="1"/>
        </dgm:presLayoutVars>
      </dgm:prSet>
      <dgm:spPr/>
    </dgm:pt>
    <dgm:pt modelId="{069DB072-7841-4794-9C79-2CF5AC98672A}" type="pres">
      <dgm:prSet presAssocID="{BF331E81-069E-47AE-BF92-D4F1A4B79D1C}" presName="ThreeConn_1-2" presStyleLbl="fgAccFollowNode1" presStyleIdx="0" presStyleCnt="2">
        <dgm:presLayoutVars>
          <dgm:bulletEnabled val="1"/>
        </dgm:presLayoutVars>
      </dgm:prSet>
      <dgm:spPr/>
    </dgm:pt>
    <dgm:pt modelId="{6534F6AE-4C7C-4E04-A7FC-3F911E23C824}" type="pres">
      <dgm:prSet presAssocID="{BF331E81-069E-47AE-BF92-D4F1A4B79D1C}" presName="ThreeConn_2-3" presStyleLbl="fgAccFollowNode1" presStyleIdx="1" presStyleCnt="2">
        <dgm:presLayoutVars>
          <dgm:bulletEnabled val="1"/>
        </dgm:presLayoutVars>
      </dgm:prSet>
      <dgm:spPr/>
    </dgm:pt>
    <dgm:pt modelId="{F937F35B-AAE8-4F53-9F12-9DF1F8BD5B8A}" type="pres">
      <dgm:prSet presAssocID="{BF331E81-069E-47AE-BF92-D4F1A4B79D1C}" presName="ThreeNodes_1_text" presStyleLbl="node1" presStyleIdx="2" presStyleCnt="3">
        <dgm:presLayoutVars>
          <dgm:bulletEnabled val="1"/>
        </dgm:presLayoutVars>
      </dgm:prSet>
      <dgm:spPr/>
    </dgm:pt>
    <dgm:pt modelId="{FF9C4D5C-F0B1-4C4A-AAB9-D176470480E8}" type="pres">
      <dgm:prSet presAssocID="{BF331E81-069E-47AE-BF92-D4F1A4B79D1C}" presName="ThreeNodes_2_text" presStyleLbl="node1" presStyleIdx="2" presStyleCnt="3">
        <dgm:presLayoutVars>
          <dgm:bulletEnabled val="1"/>
        </dgm:presLayoutVars>
      </dgm:prSet>
      <dgm:spPr/>
    </dgm:pt>
    <dgm:pt modelId="{429BFE17-1AD6-40C3-964E-0AFF3291F30D}" type="pres">
      <dgm:prSet presAssocID="{BF331E81-069E-47AE-BF92-D4F1A4B79D1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4E2A116-E08E-420C-9C69-E379957BBA03}" type="presOf" srcId="{BF331E81-069E-47AE-BF92-D4F1A4B79D1C}" destId="{551BDB0E-BA71-4494-8C6C-9BC88AC724C2}" srcOrd="0" destOrd="0" presId="urn:microsoft.com/office/officeart/2005/8/layout/vProcess5"/>
    <dgm:cxn modelId="{E2116F1D-659C-4775-AD26-D3A0FF8A3A30}" srcId="{BF331E81-069E-47AE-BF92-D4F1A4B79D1C}" destId="{8CB0345F-019E-4BF3-8133-4319BB098788}" srcOrd="0" destOrd="0" parTransId="{03760EF0-05D6-4624-ACBC-7C34AD6B16E0}" sibTransId="{F4841F71-CEA9-439B-B10D-F8D0530DD05D}"/>
    <dgm:cxn modelId="{87A36D30-2B3D-4573-9068-C281DA5EB8E3}" srcId="{BF331E81-069E-47AE-BF92-D4F1A4B79D1C}" destId="{DC52C0DA-B4EC-4E19-96C5-A226615DECA6}" srcOrd="2" destOrd="0" parTransId="{A6DB991B-94DE-44E6-8FF0-4CE02E4E0992}" sibTransId="{6DDB2BD6-3362-4313-BB0E-339C8DC492F4}"/>
    <dgm:cxn modelId="{338AC330-C07E-4F2E-AB6F-1BF45AEFDC02}" type="presOf" srcId="{1EED69BA-8824-42E2-BD6B-F85D42408D5D}" destId="{FF9C4D5C-F0B1-4C4A-AAB9-D176470480E8}" srcOrd="1" destOrd="0" presId="urn:microsoft.com/office/officeart/2005/8/layout/vProcess5"/>
    <dgm:cxn modelId="{AEDB473E-3C38-484D-92DF-B88D553A1970}" srcId="{BF331E81-069E-47AE-BF92-D4F1A4B79D1C}" destId="{1EED69BA-8824-42E2-BD6B-F85D42408D5D}" srcOrd="1" destOrd="0" parTransId="{62A719A0-3CD2-436A-BC44-B280AE5CBEE3}" sibTransId="{8764CC02-9E6D-4379-ADC7-5D7B620F9AA4}"/>
    <dgm:cxn modelId="{C41EBD4F-2F44-446E-A274-FF8CCA8B24E9}" type="presOf" srcId="{F4841F71-CEA9-439B-B10D-F8D0530DD05D}" destId="{069DB072-7841-4794-9C79-2CF5AC98672A}" srcOrd="0" destOrd="0" presId="urn:microsoft.com/office/officeart/2005/8/layout/vProcess5"/>
    <dgm:cxn modelId="{8658F371-46CD-4CF6-B403-1F70687C55EE}" type="presOf" srcId="{8764CC02-9E6D-4379-ADC7-5D7B620F9AA4}" destId="{6534F6AE-4C7C-4E04-A7FC-3F911E23C824}" srcOrd="0" destOrd="0" presId="urn:microsoft.com/office/officeart/2005/8/layout/vProcess5"/>
    <dgm:cxn modelId="{5BB5CD72-0A11-4A69-9D83-F526DA487185}" type="presOf" srcId="{DC52C0DA-B4EC-4E19-96C5-A226615DECA6}" destId="{B884F083-7093-42A0-9A15-8E99B41EF173}" srcOrd="0" destOrd="0" presId="urn:microsoft.com/office/officeart/2005/8/layout/vProcess5"/>
    <dgm:cxn modelId="{03C555BC-B21A-416B-80BD-7AF4C29972FD}" type="presOf" srcId="{1EED69BA-8824-42E2-BD6B-F85D42408D5D}" destId="{D7E62CF1-A9F8-46C2-8FDE-D96FC504972C}" srcOrd="0" destOrd="0" presId="urn:microsoft.com/office/officeart/2005/8/layout/vProcess5"/>
    <dgm:cxn modelId="{363AE4CA-2DA6-403E-9E92-49AD79CC7D87}" type="presOf" srcId="{8CB0345F-019E-4BF3-8133-4319BB098788}" destId="{8384C900-34C6-4DBB-9DC3-BD549A27E3D0}" srcOrd="0" destOrd="0" presId="urn:microsoft.com/office/officeart/2005/8/layout/vProcess5"/>
    <dgm:cxn modelId="{E25D0BCB-D2B6-4901-A05E-798154CC13C6}" type="presOf" srcId="{8CB0345F-019E-4BF3-8133-4319BB098788}" destId="{F937F35B-AAE8-4F53-9F12-9DF1F8BD5B8A}" srcOrd="1" destOrd="0" presId="urn:microsoft.com/office/officeart/2005/8/layout/vProcess5"/>
    <dgm:cxn modelId="{8A1480D8-91F3-4143-BF74-BB4733A2D78E}" type="presOf" srcId="{DC52C0DA-B4EC-4E19-96C5-A226615DECA6}" destId="{429BFE17-1AD6-40C3-964E-0AFF3291F30D}" srcOrd="1" destOrd="0" presId="urn:microsoft.com/office/officeart/2005/8/layout/vProcess5"/>
    <dgm:cxn modelId="{E352DCF6-5D2B-4BCA-AB8C-C9814785DE0F}" type="presParOf" srcId="{551BDB0E-BA71-4494-8C6C-9BC88AC724C2}" destId="{AA3E602F-876E-45C0-9F21-5A7F0F13CA4E}" srcOrd="0" destOrd="0" presId="urn:microsoft.com/office/officeart/2005/8/layout/vProcess5"/>
    <dgm:cxn modelId="{4F35F38A-BD2E-4816-960F-0B598D65F32D}" type="presParOf" srcId="{551BDB0E-BA71-4494-8C6C-9BC88AC724C2}" destId="{8384C900-34C6-4DBB-9DC3-BD549A27E3D0}" srcOrd="1" destOrd="0" presId="urn:microsoft.com/office/officeart/2005/8/layout/vProcess5"/>
    <dgm:cxn modelId="{33B573DE-C029-484A-9C61-9BD84B18F361}" type="presParOf" srcId="{551BDB0E-BA71-4494-8C6C-9BC88AC724C2}" destId="{D7E62CF1-A9F8-46C2-8FDE-D96FC504972C}" srcOrd="2" destOrd="0" presId="urn:microsoft.com/office/officeart/2005/8/layout/vProcess5"/>
    <dgm:cxn modelId="{997138B3-13F3-4D76-A9FA-7C5042D746BE}" type="presParOf" srcId="{551BDB0E-BA71-4494-8C6C-9BC88AC724C2}" destId="{B884F083-7093-42A0-9A15-8E99B41EF173}" srcOrd="3" destOrd="0" presId="urn:microsoft.com/office/officeart/2005/8/layout/vProcess5"/>
    <dgm:cxn modelId="{63FE3AE8-CA78-4708-9E6E-8C15E8339F1A}" type="presParOf" srcId="{551BDB0E-BA71-4494-8C6C-9BC88AC724C2}" destId="{069DB072-7841-4794-9C79-2CF5AC98672A}" srcOrd="4" destOrd="0" presId="urn:microsoft.com/office/officeart/2005/8/layout/vProcess5"/>
    <dgm:cxn modelId="{6FFD30FA-611F-400F-90F8-1C42C1ABC27E}" type="presParOf" srcId="{551BDB0E-BA71-4494-8C6C-9BC88AC724C2}" destId="{6534F6AE-4C7C-4E04-A7FC-3F911E23C824}" srcOrd="5" destOrd="0" presId="urn:microsoft.com/office/officeart/2005/8/layout/vProcess5"/>
    <dgm:cxn modelId="{DFF77248-B0BA-4C7B-9A14-FA36BAA19003}" type="presParOf" srcId="{551BDB0E-BA71-4494-8C6C-9BC88AC724C2}" destId="{F937F35B-AAE8-4F53-9F12-9DF1F8BD5B8A}" srcOrd="6" destOrd="0" presId="urn:microsoft.com/office/officeart/2005/8/layout/vProcess5"/>
    <dgm:cxn modelId="{25066CE7-7D59-43AF-A50E-D86A3340ADF5}" type="presParOf" srcId="{551BDB0E-BA71-4494-8C6C-9BC88AC724C2}" destId="{FF9C4D5C-F0B1-4C4A-AAB9-D176470480E8}" srcOrd="7" destOrd="0" presId="urn:microsoft.com/office/officeart/2005/8/layout/vProcess5"/>
    <dgm:cxn modelId="{E5B6C0BD-4193-4F4D-BC94-DC6031CF8EED}" type="presParOf" srcId="{551BDB0E-BA71-4494-8C6C-9BC88AC724C2}" destId="{429BFE17-1AD6-40C3-964E-0AFF3291F30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331E81-069E-47AE-BF92-D4F1A4B79D1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B0345F-019E-4BF3-8133-4319BB098788}">
      <dgm:prSet phldrT="[Text]"/>
      <dgm:spPr/>
      <dgm:t>
        <a:bodyPr/>
        <a:lstStyle/>
        <a:p>
          <a:r>
            <a:rPr lang="en-US" b="1"/>
            <a:t>Conceptualization</a:t>
          </a:r>
          <a:endParaRPr lang="en-US"/>
        </a:p>
      </dgm:t>
    </dgm:pt>
    <dgm:pt modelId="{03760EF0-05D6-4624-ACBC-7C34AD6B16E0}" type="parTrans" cxnId="{E2116F1D-659C-4775-AD26-D3A0FF8A3A30}">
      <dgm:prSet/>
      <dgm:spPr/>
      <dgm:t>
        <a:bodyPr/>
        <a:lstStyle/>
        <a:p>
          <a:endParaRPr lang="en-US"/>
        </a:p>
      </dgm:t>
    </dgm:pt>
    <dgm:pt modelId="{F4841F71-CEA9-439B-B10D-F8D0530DD05D}" type="sibTrans" cxnId="{E2116F1D-659C-4775-AD26-D3A0FF8A3A30}">
      <dgm:prSet/>
      <dgm:spPr/>
      <dgm:t>
        <a:bodyPr/>
        <a:lstStyle/>
        <a:p>
          <a:endParaRPr lang="en-US"/>
        </a:p>
      </dgm:t>
    </dgm:pt>
    <dgm:pt modelId="{1EED69BA-8824-42E2-BD6B-F85D42408D5D}">
      <dgm:prSet phldrT="[Text]"/>
      <dgm:spPr/>
      <dgm:t>
        <a:bodyPr/>
        <a:lstStyle/>
        <a:p>
          <a:r>
            <a:rPr lang="en-US" b="1"/>
            <a:t>Motor Planning</a:t>
          </a:r>
          <a:endParaRPr lang="en-US"/>
        </a:p>
      </dgm:t>
    </dgm:pt>
    <dgm:pt modelId="{62A719A0-3CD2-436A-BC44-B280AE5CBEE3}" type="parTrans" cxnId="{AEDB473E-3C38-484D-92DF-B88D553A1970}">
      <dgm:prSet/>
      <dgm:spPr/>
      <dgm:t>
        <a:bodyPr/>
        <a:lstStyle/>
        <a:p>
          <a:endParaRPr lang="en-US"/>
        </a:p>
      </dgm:t>
    </dgm:pt>
    <dgm:pt modelId="{8764CC02-9E6D-4379-ADC7-5D7B620F9AA4}" type="sibTrans" cxnId="{AEDB473E-3C38-484D-92DF-B88D553A1970}">
      <dgm:prSet/>
      <dgm:spPr/>
      <dgm:t>
        <a:bodyPr/>
        <a:lstStyle/>
        <a:p>
          <a:endParaRPr lang="en-US"/>
        </a:p>
      </dgm:t>
    </dgm:pt>
    <dgm:pt modelId="{DC52C0DA-B4EC-4E19-96C5-A226615DECA6}">
      <dgm:prSet phldrT="[Text]"/>
      <dgm:spPr/>
      <dgm:t>
        <a:bodyPr/>
        <a:lstStyle/>
        <a:p>
          <a:r>
            <a:rPr lang="en-US" b="1">
              <a:solidFill>
                <a:schemeClr val="tx1">
                  <a:lumMod val="75000"/>
                </a:schemeClr>
              </a:solidFill>
            </a:rPr>
            <a:t>Articulation</a:t>
          </a:r>
          <a:endParaRPr lang="en-US">
            <a:solidFill>
              <a:schemeClr val="tx1">
                <a:lumMod val="75000"/>
              </a:schemeClr>
            </a:solidFill>
          </a:endParaRPr>
        </a:p>
      </dgm:t>
    </dgm:pt>
    <dgm:pt modelId="{A6DB991B-94DE-44E6-8FF0-4CE02E4E0992}" type="parTrans" cxnId="{87A36D30-2B3D-4573-9068-C281DA5EB8E3}">
      <dgm:prSet/>
      <dgm:spPr/>
      <dgm:t>
        <a:bodyPr/>
        <a:lstStyle/>
        <a:p>
          <a:endParaRPr lang="en-US"/>
        </a:p>
      </dgm:t>
    </dgm:pt>
    <dgm:pt modelId="{6DDB2BD6-3362-4313-BB0E-339C8DC492F4}" type="sibTrans" cxnId="{87A36D30-2B3D-4573-9068-C281DA5EB8E3}">
      <dgm:prSet/>
      <dgm:spPr/>
      <dgm:t>
        <a:bodyPr/>
        <a:lstStyle/>
        <a:p>
          <a:endParaRPr lang="en-US"/>
        </a:p>
      </dgm:t>
    </dgm:pt>
    <dgm:pt modelId="{551BDB0E-BA71-4494-8C6C-9BC88AC724C2}" type="pres">
      <dgm:prSet presAssocID="{BF331E81-069E-47AE-BF92-D4F1A4B79D1C}" presName="outerComposite" presStyleCnt="0">
        <dgm:presLayoutVars>
          <dgm:chMax val="5"/>
          <dgm:dir/>
          <dgm:resizeHandles val="exact"/>
        </dgm:presLayoutVars>
      </dgm:prSet>
      <dgm:spPr/>
    </dgm:pt>
    <dgm:pt modelId="{AA3E602F-876E-45C0-9F21-5A7F0F13CA4E}" type="pres">
      <dgm:prSet presAssocID="{BF331E81-069E-47AE-BF92-D4F1A4B79D1C}" presName="dummyMaxCanvas" presStyleCnt="0">
        <dgm:presLayoutVars/>
      </dgm:prSet>
      <dgm:spPr/>
    </dgm:pt>
    <dgm:pt modelId="{8384C900-34C6-4DBB-9DC3-BD549A27E3D0}" type="pres">
      <dgm:prSet presAssocID="{BF331E81-069E-47AE-BF92-D4F1A4B79D1C}" presName="ThreeNodes_1" presStyleLbl="node1" presStyleIdx="0" presStyleCnt="3">
        <dgm:presLayoutVars>
          <dgm:bulletEnabled val="1"/>
        </dgm:presLayoutVars>
      </dgm:prSet>
      <dgm:spPr/>
    </dgm:pt>
    <dgm:pt modelId="{D7E62CF1-A9F8-46C2-8FDE-D96FC504972C}" type="pres">
      <dgm:prSet presAssocID="{BF331E81-069E-47AE-BF92-D4F1A4B79D1C}" presName="ThreeNodes_2" presStyleLbl="node1" presStyleIdx="1" presStyleCnt="3">
        <dgm:presLayoutVars>
          <dgm:bulletEnabled val="1"/>
        </dgm:presLayoutVars>
      </dgm:prSet>
      <dgm:spPr/>
    </dgm:pt>
    <dgm:pt modelId="{B884F083-7093-42A0-9A15-8E99B41EF173}" type="pres">
      <dgm:prSet presAssocID="{BF331E81-069E-47AE-BF92-D4F1A4B79D1C}" presName="ThreeNodes_3" presStyleLbl="node1" presStyleIdx="2" presStyleCnt="3">
        <dgm:presLayoutVars>
          <dgm:bulletEnabled val="1"/>
        </dgm:presLayoutVars>
      </dgm:prSet>
      <dgm:spPr/>
    </dgm:pt>
    <dgm:pt modelId="{069DB072-7841-4794-9C79-2CF5AC98672A}" type="pres">
      <dgm:prSet presAssocID="{BF331E81-069E-47AE-BF92-D4F1A4B79D1C}" presName="ThreeConn_1-2" presStyleLbl="fgAccFollowNode1" presStyleIdx="0" presStyleCnt="2">
        <dgm:presLayoutVars>
          <dgm:bulletEnabled val="1"/>
        </dgm:presLayoutVars>
      </dgm:prSet>
      <dgm:spPr/>
    </dgm:pt>
    <dgm:pt modelId="{6534F6AE-4C7C-4E04-A7FC-3F911E23C824}" type="pres">
      <dgm:prSet presAssocID="{BF331E81-069E-47AE-BF92-D4F1A4B79D1C}" presName="ThreeConn_2-3" presStyleLbl="fgAccFollowNode1" presStyleIdx="1" presStyleCnt="2">
        <dgm:presLayoutVars>
          <dgm:bulletEnabled val="1"/>
        </dgm:presLayoutVars>
      </dgm:prSet>
      <dgm:spPr/>
    </dgm:pt>
    <dgm:pt modelId="{F937F35B-AAE8-4F53-9F12-9DF1F8BD5B8A}" type="pres">
      <dgm:prSet presAssocID="{BF331E81-069E-47AE-BF92-D4F1A4B79D1C}" presName="ThreeNodes_1_text" presStyleLbl="node1" presStyleIdx="2" presStyleCnt="3">
        <dgm:presLayoutVars>
          <dgm:bulletEnabled val="1"/>
        </dgm:presLayoutVars>
      </dgm:prSet>
      <dgm:spPr/>
    </dgm:pt>
    <dgm:pt modelId="{FF9C4D5C-F0B1-4C4A-AAB9-D176470480E8}" type="pres">
      <dgm:prSet presAssocID="{BF331E81-069E-47AE-BF92-D4F1A4B79D1C}" presName="ThreeNodes_2_text" presStyleLbl="node1" presStyleIdx="2" presStyleCnt="3">
        <dgm:presLayoutVars>
          <dgm:bulletEnabled val="1"/>
        </dgm:presLayoutVars>
      </dgm:prSet>
      <dgm:spPr/>
    </dgm:pt>
    <dgm:pt modelId="{429BFE17-1AD6-40C3-964E-0AFF3291F30D}" type="pres">
      <dgm:prSet presAssocID="{BF331E81-069E-47AE-BF92-D4F1A4B79D1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4E2A116-E08E-420C-9C69-E379957BBA03}" type="presOf" srcId="{BF331E81-069E-47AE-BF92-D4F1A4B79D1C}" destId="{551BDB0E-BA71-4494-8C6C-9BC88AC724C2}" srcOrd="0" destOrd="0" presId="urn:microsoft.com/office/officeart/2005/8/layout/vProcess5"/>
    <dgm:cxn modelId="{E2116F1D-659C-4775-AD26-D3A0FF8A3A30}" srcId="{BF331E81-069E-47AE-BF92-D4F1A4B79D1C}" destId="{8CB0345F-019E-4BF3-8133-4319BB098788}" srcOrd="0" destOrd="0" parTransId="{03760EF0-05D6-4624-ACBC-7C34AD6B16E0}" sibTransId="{F4841F71-CEA9-439B-B10D-F8D0530DD05D}"/>
    <dgm:cxn modelId="{87A36D30-2B3D-4573-9068-C281DA5EB8E3}" srcId="{BF331E81-069E-47AE-BF92-D4F1A4B79D1C}" destId="{DC52C0DA-B4EC-4E19-96C5-A226615DECA6}" srcOrd="2" destOrd="0" parTransId="{A6DB991B-94DE-44E6-8FF0-4CE02E4E0992}" sibTransId="{6DDB2BD6-3362-4313-BB0E-339C8DC492F4}"/>
    <dgm:cxn modelId="{338AC330-C07E-4F2E-AB6F-1BF45AEFDC02}" type="presOf" srcId="{1EED69BA-8824-42E2-BD6B-F85D42408D5D}" destId="{FF9C4D5C-F0B1-4C4A-AAB9-D176470480E8}" srcOrd="1" destOrd="0" presId="urn:microsoft.com/office/officeart/2005/8/layout/vProcess5"/>
    <dgm:cxn modelId="{AEDB473E-3C38-484D-92DF-B88D553A1970}" srcId="{BF331E81-069E-47AE-BF92-D4F1A4B79D1C}" destId="{1EED69BA-8824-42E2-BD6B-F85D42408D5D}" srcOrd="1" destOrd="0" parTransId="{62A719A0-3CD2-436A-BC44-B280AE5CBEE3}" sibTransId="{8764CC02-9E6D-4379-ADC7-5D7B620F9AA4}"/>
    <dgm:cxn modelId="{C41EBD4F-2F44-446E-A274-FF8CCA8B24E9}" type="presOf" srcId="{F4841F71-CEA9-439B-B10D-F8D0530DD05D}" destId="{069DB072-7841-4794-9C79-2CF5AC98672A}" srcOrd="0" destOrd="0" presId="urn:microsoft.com/office/officeart/2005/8/layout/vProcess5"/>
    <dgm:cxn modelId="{8658F371-46CD-4CF6-B403-1F70687C55EE}" type="presOf" srcId="{8764CC02-9E6D-4379-ADC7-5D7B620F9AA4}" destId="{6534F6AE-4C7C-4E04-A7FC-3F911E23C824}" srcOrd="0" destOrd="0" presId="urn:microsoft.com/office/officeart/2005/8/layout/vProcess5"/>
    <dgm:cxn modelId="{5BB5CD72-0A11-4A69-9D83-F526DA487185}" type="presOf" srcId="{DC52C0DA-B4EC-4E19-96C5-A226615DECA6}" destId="{B884F083-7093-42A0-9A15-8E99B41EF173}" srcOrd="0" destOrd="0" presId="urn:microsoft.com/office/officeart/2005/8/layout/vProcess5"/>
    <dgm:cxn modelId="{03C555BC-B21A-416B-80BD-7AF4C29972FD}" type="presOf" srcId="{1EED69BA-8824-42E2-BD6B-F85D42408D5D}" destId="{D7E62CF1-A9F8-46C2-8FDE-D96FC504972C}" srcOrd="0" destOrd="0" presId="urn:microsoft.com/office/officeart/2005/8/layout/vProcess5"/>
    <dgm:cxn modelId="{363AE4CA-2DA6-403E-9E92-49AD79CC7D87}" type="presOf" srcId="{8CB0345F-019E-4BF3-8133-4319BB098788}" destId="{8384C900-34C6-4DBB-9DC3-BD549A27E3D0}" srcOrd="0" destOrd="0" presId="urn:microsoft.com/office/officeart/2005/8/layout/vProcess5"/>
    <dgm:cxn modelId="{E25D0BCB-D2B6-4901-A05E-798154CC13C6}" type="presOf" srcId="{8CB0345F-019E-4BF3-8133-4319BB098788}" destId="{F937F35B-AAE8-4F53-9F12-9DF1F8BD5B8A}" srcOrd="1" destOrd="0" presId="urn:microsoft.com/office/officeart/2005/8/layout/vProcess5"/>
    <dgm:cxn modelId="{8A1480D8-91F3-4143-BF74-BB4733A2D78E}" type="presOf" srcId="{DC52C0DA-B4EC-4E19-96C5-A226615DECA6}" destId="{429BFE17-1AD6-40C3-964E-0AFF3291F30D}" srcOrd="1" destOrd="0" presId="urn:microsoft.com/office/officeart/2005/8/layout/vProcess5"/>
    <dgm:cxn modelId="{E352DCF6-5D2B-4BCA-AB8C-C9814785DE0F}" type="presParOf" srcId="{551BDB0E-BA71-4494-8C6C-9BC88AC724C2}" destId="{AA3E602F-876E-45C0-9F21-5A7F0F13CA4E}" srcOrd="0" destOrd="0" presId="urn:microsoft.com/office/officeart/2005/8/layout/vProcess5"/>
    <dgm:cxn modelId="{4F35F38A-BD2E-4816-960F-0B598D65F32D}" type="presParOf" srcId="{551BDB0E-BA71-4494-8C6C-9BC88AC724C2}" destId="{8384C900-34C6-4DBB-9DC3-BD549A27E3D0}" srcOrd="1" destOrd="0" presId="urn:microsoft.com/office/officeart/2005/8/layout/vProcess5"/>
    <dgm:cxn modelId="{33B573DE-C029-484A-9C61-9BD84B18F361}" type="presParOf" srcId="{551BDB0E-BA71-4494-8C6C-9BC88AC724C2}" destId="{D7E62CF1-A9F8-46C2-8FDE-D96FC504972C}" srcOrd="2" destOrd="0" presId="urn:microsoft.com/office/officeart/2005/8/layout/vProcess5"/>
    <dgm:cxn modelId="{997138B3-13F3-4D76-A9FA-7C5042D746BE}" type="presParOf" srcId="{551BDB0E-BA71-4494-8C6C-9BC88AC724C2}" destId="{B884F083-7093-42A0-9A15-8E99B41EF173}" srcOrd="3" destOrd="0" presId="urn:microsoft.com/office/officeart/2005/8/layout/vProcess5"/>
    <dgm:cxn modelId="{63FE3AE8-CA78-4708-9E6E-8C15E8339F1A}" type="presParOf" srcId="{551BDB0E-BA71-4494-8C6C-9BC88AC724C2}" destId="{069DB072-7841-4794-9C79-2CF5AC98672A}" srcOrd="4" destOrd="0" presId="urn:microsoft.com/office/officeart/2005/8/layout/vProcess5"/>
    <dgm:cxn modelId="{6FFD30FA-611F-400F-90F8-1C42C1ABC27E}" type="presParOf" srcId="{551BDB0E-BA71-4494-8C6C-9BC88AC724C2}" destId="{6534F6AE-4C7C-4E04-A7FC-3F911E23C824}" srcOrd="5" destOrd="0" presId="urn:microsoft.com/office/officeart/2005/8/layout/vProcess5"/>
    <dgm:cxn modelId="{DFF77248-B0BA-4C7B-9A14-FA36BAA19003}" type="presParOf" srcId="{551BDB0E-BA71-4494-8C6C-9BC88AC724C2}" destId="{F937F35B-AAE8-4F53-9F12-9DF1F8BD5B8A}" srcOrd="6" destOrd="0" presId="urn:microsoft.com/office/officeart/2005/8/layout/vProcess5"/>
    <dgm:cxn modelId="{25066CE7-7D59-43AF-A50E-D86A3340ADF5}" type="presParOf" srcId="{551BDB0E-BA71-4494-8C6C-9BC88AC724C2}" destId="{FF9C4D5C-F0B1-4C4A-AAB9-D176470480E8}" srcOrd="7" destOrd="0" presId="urn:microsoft.com/office/officeart/2005/8/layout/vProcess5"/>
    <dgm:cxn modelId="{E5B6C0BD-4193-4F4D-BC94-DC6031CF8EED}" type="presParOf" srcId="{551BDB0E-BA71-4494-8C6C-9BC88AC724C2}" destId="{429BFE17-1AD6-40C3-964E-0AFF3291F30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4C900-34C6-4DBB-9DC3-BD549A27E3D0}">
      <dsp:nvSpPr>
        <dsp:cNvPr id="0" name=""/>
        <dsp:cNvSpPr/>
      </dsp:nvSpPr>
      <dsp:spPr>
        <a:xfrm>
          <a:off x="0" y="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Conceptualization</a:t>
          </a:r>
          <a:endParaRPr lang="en-US" sz="1900" kern="1200"/>
        </a:p>
      </dsp:txBody>
      <dsp:txXfrm>
        <a:off x="21872" y="21872"/>
        <a:ext cx="2367917" cy="703016"/>
      </dsp:txXfrm>
    </dsp:sp>
    <dsp:sp modelId="{D7E62CF1-A9F8-46C2-8FDE-D96FC504972C}">
      <dsp:nvSpPr>
        <dsp:cNvPr id="0" name=""/>
        <dsp:cNvSpPr/>
      </dsp:nvSpPr>
      <dsp:spPr>
        <a:xfrm>
          <a:off x="280034" y="87122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Motor Planning</a:t>
          </a:r>
          <a:endParaRPr lang="en-US" sz="1900" kern="1200"/>
        </a:p>
      </dsp:txBody>
      <dsp:txXfrm>
        <a:off x="301906" y="893092"/>
        <a:ext cx="2364557" cy="703016"/>
      </dsp:txXfrm>
    </dsp:sp>
    <dsp:sp modelId="{B884F083-7093-42A0-9A15-8E99B41EF173}">
      <dsp:nvSpPr>
        <dsp:cNvPr id="0" name=""/>
        <dsp:cNvSpPr/>
      </dsp:nvSpPr>
      <dsp:spPr>
        <a:xfrm>
          <a:off x="560069" y="174244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Articulation</a:t>
          </a:r>
          <a:endParaRPr lang="en-US" sz="1900" kern="1200"/>
        </a:p>
      </dsp:txBody>
      <dsp:txXfrm>
        <a:off x="581941" y="1764312"/>
        <a:ext cx="2364557" cy="703016"/>
      </dsp:txXfrm>
    </dsp:sp>
    <dsp:sp modelId="{069DB072-7841-4794-9C79-2CF5AC98672A}">
      <dsp:nvSpPr>
        <dsp:cNvPr id="0" name=""/>
        <dsp:cNvSpPr/>
      </dsp:nvSpPr>
      <dsp:spPr>
        <a:xfrm>
          <a:off x="2688336" y="566293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797550" y="566293"/>
        <a:ext cx="266966" cy="365259"/>
      </dsp:txXfrm>
    </dsp:sp>
    <dsp:sp modelId="{6534F6AE-4C7C-4E04-A7FC-3F911E23C824}">
      <dsp:nvSpPr>
        <dsp:cNvPr id="0" name=""/>
        <dsp:cNvSpPr/>
      </dsp:nvSpPr>
      <dsp:spPr>
        <a:xfrm>
          <a:off x="2968370" y="1432534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077584" y="1432534"/>
        <a:ext cx="266966" cy="3652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4C900-34C6-4DBB-9DC3-BD549A27E3D0}">
      <dsp:nvSpPr>
        <dsp:cNvPr id="0" name=""/>
        <dsp:cNvSpPr/>
      </dsp:nvSpPr>
      <dsp:spPr>
        <a:xfrm>
          <a:off x="0" y="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tx1">
                  <a:lumMod val="75000"/>
                </a:schemeClr>
              </a:solidFill>
            </a:rPr>
            <a:t>Conceptualization</a:t>
          </a:r>
        </a:p>
      </dsp:txBody>
      <dsp:txXfrm>
        <a:off x="21872" y="21872"/>
        <a:ext cx="2367917" cy="703016"/>
      </dsp:txXfrm>
    </dsp:sp>
    <dsp:sp modelId="{D7E62CF1-A9F8-46C2-8FDE-D96FC504972C}">
      <dsp:nvSpPr>
        <dsp:cNvPr id="0" name=""/>
        <dsp:cNvSpPr/>
      </dsp:nvSpPr>
      <dsp:spPr>
        <a:xfrm>
          <a:off x="280034" y="87122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Motor Planning</a:t>
          </a:r>
          <a:endParaRPr lang="en-US" sz="1900" kern="1200"/>
        </a:p>
      </dsp:txBody>
      <dsp:txXfrm>
        <a:off x="301906" y="893092"/>
        <a:ext cx="2364557" cy="703016"/>
      </dsp:txXfrm>
    </dsp:sp>
    <dsp:sp modelId="{B884F083-7093-42A0-9A15-8E99B41EF173}">
      <dsp:nvSpPr>
        <dsp:cNvPr id="0" name=""/>
        <dsp:cNvSpPr/>
      </dsp:nvSpPr>
      <dsp:spPr>
        <a:xfrm>
          <a:off x="560069" y="174244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Articulation</a:t>
          </a:r>
          <a:endParaRPr lang="en-US" sz="1900" kern="1200"/>
        </a:p>
      </dsp:txBody>
      <dsp:txXfrm>
        <a:off x="581941" y="1764312"/>
        <a:ext cx="2364557" cy="703016"/>
      </dsp:txXfrm>
    </dsp:sp>
    <dsp:sp modelId="{069DB072-7841-4794-9C79-2CF5AC98672A}">
      <dsp:nvSpPr>
        <dsp:cNvPr id="0" name=""/>
        <dsp:cNvSpPr/>
      </dsp:nvSpPr>
      <dsp:spPr>
        <a:xfrm>
          <a:off x="2688336" y="566293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797550" y="566293"/>
        <a:ext cx="266966" cy="365259"/>
      </dsp:txXfrm>
    </dsp:sp>
    <dsp:sp modelId="{6534F6AE-4C7C-4E04-A7FC-3F911E23C824}">
      <dsp:nvSpPr>
        <dsp:cNvPr id="0" name=""/>
        <dsp:cNvSpPr/>
      </dsp:nvSpPr>
      <dsp:spPr>
        <a:xfrm>
          <a:off x="2968370" y="1432534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077584" y="1432534"/>
        <a:ext cx="266966" cy="3652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4C900-34C6-4DBB-9DC3-BD549A27E3D0}">
      <dsp:nvSpPr>
        <dsp:cNvPr id="0" name=""/>
        <dsp:cNvSpPr/>
      </dsp:nvSpPr>
      <dsp:spPr>
        <a:xfrm>
          <a:off x="0" y="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Conceptualization</a:t>
          </a:r>
          <a:endParaRPr lang="en-US" sz="1900" kern="1200"/>
        </a:p>
      </dsp:txBody>
      <dsp:txXfrm>
        <a:off x="21872" y="21872"/>
        <a:ext cx="2367917" cy="703016"/>
      </dsp:txXfrm>
    </dsp:sp>
    <dsp:sp modelId="{D7E62CF1-A9F8-46C2-8FDE-D96FC504972C}">
      <dsp:nvSpPr>
        <dsp:cNvPr id="0" name=""/>
        <dsp:cNvSpPr/>
      </dsp:nvSpPr>
      <dsp:spPr>
        <a:xfrm>
          <a:off x="280034" y="87122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tx1">
                  <a:lumMod val="75000"/>
                </a:schemeClr>
              </a:solidFill>
            </a:rPr>
            <a:t>Motor Planning</a:t>
          </a:r>
          <a:endParaRPr lang="en-US" sz="1900" kern="1200">
            <a:solidFill>
              <a:schemeClr val="tx1">
                <a:lumMod val="75000"/>
              </a:schemeClr>
            </a:solidFill>
          </a:endParaRPr>
        </a:p>
      </dsp:txBody>
      <dsp:txXfrm>
        <a:off x="301906" y="893092"/>
        <a:ext cx="2364557" cy="703016"/>
      </dsp:txXfrm>
    </dsp:sp>
    <dsp:sp modelId="{B884F083-7093-42A0-9A15-8E99B41EF173}">
      <dsp:nvSpPr>
        <dsp:cNvPr id="0" name=""/>
        <dsp:cNvSpPr/>
      </dsp:nvSpPr>
      <dsp:spPr>
        <a:xfrm>
          <a:off x="560069" y="174244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Articulation</a:t>
          </a:r>
          <a:endParaRPr lang="en-US" sz="1900" kern="1200"/>
        </a:p>
      </dsp:txBody>
      <dsp:txXfrm>
        <a:off x="581941" y="1764312"/>
        <a:ext cx="2364557" cy="703016"/>
      </dsp:txXfrm>
    </dsp:sp>
    <dsp:sp modelId="{069DB072-7841-4794-9C79-2CF5AC98672A}">
      <dsp:nvSpPr>
        <dsp:cNvPr id="0" name=""/>
        <dsp:cNvSpPr/>
      </dsp:nvSpPr>
      <dsp:spPr>
        <a:xfrm>
          <a:off x="2688336" y="566293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797550" y="566293"/>
        <a:ext cx="266966" cy="365259"/>
      </dsp:txXfrm>
    </dsp:sp>
    <dsp:sp modelId="{6534F6AE-4C7C-4E04-A7FC-3F911E23C824}">
      <dsp:nvSpPr>
        <dsp:cNvPr id="0" name=""/>
        <dsp:cNvSpPr/>
      </dsp:nvSpPr>
      <dsp:spPr>
        <a:xfrm>
          <a:off x="2968370" y="1432534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077584" y="1432534"/>
        <a:ext cx="266966" cy="3652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4C900-34C6-4DBB-9DC3-BD549A27E3D0}">
      <dsp:nvSpPr>
        <dsp:cNvPr id="0" name=""/>
        <dsp:cNvSpPr/>
      </dsp:nvSpPr>
      <dsp:spPr>
        <a:xfrm>
          <a:off x="0" y="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Conceptualization</a:t>
          </a:r>
          <a:endParaRPr lang="en-US" sz="1900" kern="1200"/>
        </a:p>
      </dsp:txBody>
      <dsp:txXfrm>
        <a:off x="21872" y="21872"/>
        <a:ext cx="2367917" cy="703016"/>
      </dsp:txXfrm>
    </dsp:sp>
    <dsp:sp modelId="{D7E62CF1-A9F8-46C2-8FDE-D96FC504972C}">
      <dsp:nvSpPr>
        <dsp:cNvPr id="0" name=""/>
        <dsp:cNvSpPr/>
      </dsp:nvSpPr>
      <dsp:spPr>
        <a:xfrm>
          <a:off x="280034" y="87122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Motor Planning</a:t>
          </a:r>
          <a:endParaRPr lang="en-US" sz="1900" kern="1200"/>
        </a:p>
      </dsp:txBody>
      <dsp:txXfrm>
        <a:off x="301906" y="893092"/>
        <a:ext cx="2364557" cy="703016"/>
      </dsp:txXfrm>
    </dsp:sp>
    <dsp:sp modelId="{B884F083-7093-42A0-9A15-8E99B41EF173}">
      <dsp:nvSpPr>
        <dsp:cNvPr id="0" name=""/>
        <dsp:cNvSpPr/>
      </dsp:nvSpPr>
      <dsp:spPr>
        <a:xfrm>
          <a:off x="560069" y="174244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tx1">
                  <a:lumMod val="75000"/>
                </a:schemeClr>
              </a:solidFill>
            </a:rPr>
            <a:t>Articulation</a:t>
          </a:r>
          <a:endParaRPr lang="en-US" sz="1900" kern="1200">
            <a:solidFill>
              <a:schemeClr val="tx1">
                <a:lumMod val="75000"/>
              </a:schemeClr>
            </a:solidFill>
          </a:endParaRPr>
        </a:p>
      </dsp:txBody>
      <dsp:txXfrm>
        <a:off x="581941" y="1764312"/>
        <a:ext cx="2364557" cy="703016"/>
      </dsp:txXfrm>
    </dsp:sp>
    <dsp:sp modelId="{069DB072-7841-4794-9C79-2CF5AC98672A}">
      <dsp:nvSpPr>
        <dsp:cNvPr id="0" name=""/>
        <dsp:cNvSpPr/>
      </dsp:nvSpPr>
      <dsp:spPr>
        <a:xfrm>
          <a:off x="2688336" y="566293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797550" y="566293"/>
        <a:ext cx="266966" cy="365259"/>
      </dsp:txXfrm>
    </dsp:sp>
    <dsp:sp modelId="{6534F6AE-4C7C-4E04-A7FC-3F911E23C824}">
      <dsp:nvSpPr>
        <dsp:cNvPr id="0" name=""/>
        <dsp:cNvSpPr/>
      </dsp:nvSpPr>
      <dsp:spPr>
        <a:xfrm>
          <a:off x="2968370" y="1432534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077584" y="1432534"/>
        <a:ext cx="266966" cy="3652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550EA97-2A5D-6B6C-B152-8B94B3B704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3930D1D-8B8A-7EE7-4B2D-C4C2173DFE3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D3BB276F-4CDD-2D9D-063A-4A8859E79A4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910D3E89-1351-9431-9F24-FC80B766B46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F6A53383-02C2-471D-B274-4C080FE175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15782CC-58FE-5EAC-21CD-196D60F770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0454825-D7DA-792F-C645-D11FE760911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18624C6-8A41-91C6-2504-FF1FD941898C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1AEA77-FEDD-8612-08FF-152FFD44E50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3E82C09-9D2D-3119-5095-61B03DA647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29B9C88-0FEE-81DA-7871-CCF7FB2532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B0E37D9B-0EC0-4FB3-B648-0CD9AF35FD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6CCFA76-2E56-9F6D-7B35-D3BA8E1295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D418CA3A-3724-A63A-0E24-5A40AEFDF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AF90BC8F-CF47-3CDA-C967-240487586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CE89BE-B290-4607-84CB-887E6CF32707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837371A5-6751-70C1-F08D-0088E9A94F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8D996D74-7E4E-3028-D113-4E0CB68F2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BD74E1B4-68D9-6101-9378-B874194FA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08FED8-8338-46C8-8EFB-D60EA11A5D62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9C3E2EA2-79FF-09D2-83BB-F668A5D31F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8D60391F-0215-85F3-3A4C-31FB4ECAE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909D2EE6-7F7B-5420-3194-BBC7AEBA52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07314A7-57B7-4D4F-A735-F9F3778ACAB7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EB752305-2685-B666-72D9-2984B6E6D7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D3840258-315F-4757-CFB2-797DA3A7C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4EBBB649-5D8F-D4F5-73F1-04E3E857A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DAFB25E-B6CE-47ED-9191-AB6C0B6698EA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4427E345-393E-B8C4-7165-628F3850C3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A97226DE-66B8-4ED1-41CD-C0E4D5403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07D216C8-C2CE-F55E-9333-50DEE11E6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E13883-FFE7-4B4C-BB44-C515D9AB942E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ECDFB73B-E61D-C48C-A915-2F81C91229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59B4324C-07D7-75C0-7633-CA1169ABB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D0388666-936D-5A6D-112C-439246C5C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A8CF197-42BC-48E0-85AD-7995525E431C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40FA66C5-9CD7-4A86-3430-050AD56054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07EE94AC-8E2A-7428-1AD5-2EC0B74F6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00C227DE-309B-6323-9573-E514E13F9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24EFF7-247B-489C-A2C1-C3CDF37F3C66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389F803F-28D5-56A7-B6B0-FCD2A14D87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CE04AEA0-B047-AAE6-6606-5F86AC906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A2322D8F-BF29-15C8-AC07-50DE2567D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218445-F793-42F8-B7AE-A4F353F3414E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BD3A90C9-8CE1-3572-2770-D1558421FD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04576586-EA2F-3F79-77B1-F18A69868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1F6F3B21-64F1-1CD3-DEBD-A0B10CB68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4E5F5D7-A5B0-4AC7-B17B-B0BDCC1B3376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629E5C15-310A-0209-565A-645FC46736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5444F9BD-8817-71E7-199A-A6C6D14D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A92E1102-EE7F-117B-CED9-719607B8C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4CA481A-E035-4201-8F38-F16045DDF1D7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64405B3D-E6DE-25E0-2BD4-B35251E09A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A856C897-F143-9405-4560-84C081EBB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F4C77A39-48A3-338C-F7AE-F4132E9A6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423753-DB4D-4F15-8CC2-C015EE07F0E4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1CAEAD13-83FA-D7D8-7DF7-4B5A311B3A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DB8E7825-C1A6-7319-C427-DF225B723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E2331081-FB55-ABA8-5AA6-06A9F84BB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AF24FE-6325-485D-BD05-6639B86FF62E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9AEA9EC0-D71D-4EDB-183E-5F88C01233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126FABBC-1517-2141-CF88-04D1D6649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8421CE7C-4970-3CE2-A6E7-A88CE88EE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016A77-42D6-4F90-9DCE-C0BE9EF2E6B5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EA28375B-60BB-2F55-F1A4-91DC4C1BE2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891E707D-6256-88FD-88B9-3315FC46C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4007EC5C-02C1-2DEF-3804-93780A753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1780F7-F60B-4643-9B0C-278FF7F10E6E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F406E606-D8BE-10BF-A265-8F91E01D51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DBF38450-8B82-9431-6C7B-129358E55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01DE5EDA-538D-A77B-3372-8FB7E5321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C4DD98D-EFB6-424F-B434-61011CB5EACA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D5456FB3-95F8-FCFD-BB51-6578B32241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E9DD07B3-1EB0-49DE-2874-B983DE842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CC1D8F06-4CAA-41B7-097D-0B50BD925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D2AAE9-7781-454F-BC20-A72F69C6BC63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FA1D93A0-8926-9778-4F43-030CF0B0A0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8A29F0FD-3E24-3597-48FF-11091A656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2F312402-C2E7-7765-4EF9-E27000DD5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3012F42-2E7E-46E5-BA69-8D8498080EB7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9220B705-807A-4FC6-5E15-52FEB6C47D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02AF4F64-3195-AD0B-A786-E5100675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9A7460A0-A528-827D-5EE4-629275C38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475DCE-1FF8-4B7B-9F70-C813B8E92B7D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56A0AA9A-1D94-90A9-41D4-C0762CECDA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C5F5CB60-FF54-AA2D-D30A-E33B51D19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B70632F1-2C69-D33B-3715-1F16929CC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EC293B-3CB2-4524-9AB8-2E8BB1A585BA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200A6B72-D9A4-FCBF-91B7-B268622FE2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F8D0FD4B-FFDC-EDCD-D916-8D63DBC53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5E8D794C-1D9F-56BE-F47B-C410C8DBA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98C4AD-E2B3-4B94-BD98-2E1D5AFBE5A1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F869CDF3-7428-0A6F-C1EE-E26D831156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BF93A7DA-00B9-8EC1-10DB-F91D4D426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C8B652B0-C930-77E4-1135-FFFE16971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344922-AEDB-4DAC-BEB3-2E790FC6E16D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089A64E8-169C-4B85-4A05-2BA9499637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3942D6CD-5BB9-DD26-C87A-4112724A6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73930A05-5D38-C31A-5ABA-69A6AEC12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A508C2-19B8-40A5-B9F9-94AF5C7D7DCA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FC5A71FD-875C-255F-1EFE-A57F8A825C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6FDC2FE5-5639-E102-4540-80BB09C33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31A54225-94D9-87AC-9A13-69E82C9CD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34B5AA-3F97-4EC7-B327-525E72474B17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BED76702-3901-FEE6-55D4-45826A898F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340AB2C2-2BD7-1898-FC73-94F146C39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741C6921-E773-51AF-51BD-A95FFDF7B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91B269-C4F5-45F6-841B-513F486C587F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0F8B1CB8-F469-F486-E539-A144F7847E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91AA7165-EA2F-F386-6D96-15C07AA75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B12F018C-4FD6-9D0A-1FD1-4645629F3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F94223D-4EF6-44E5-AB4E-85693ED92EF0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EABB94FD-EAA2-03EF-5961-EB5CC7C8E3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DD01BC47-CDA7-29EE-800A-B4EA574FA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37E06107-181E-2797-FEEF-34EAE0512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031E7A8-2E4D-4A5F-8C91-FB2FA53C6626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3CD5CFC4-DE2A-876A-D4FC-05794659AF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276749D6-C95B-618C-F9DC-2B0366D0A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370DFB29-57E4-3501-9D61-64555E513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7A8A06-81FC-40B1-AA6E-BFCAF65EA11F}" type="slidenum">
              <a:rPr lang="en-US" altLang="en-US" sz="1300" smtClean="0"/>
              <a:pPr/>
              <a:t>28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C926E093-0967-986D-6F6A-2F8B59609E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B3324EF7-5D4E-3929-3F74-6E3EADACE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8B62B2F2-5097-8C73-16B9-2E97EFAAE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52B8A30-6CDF-4E90-A8D2-DD06C3350698}" type="slidenum">
              <a:rPr lang="en-US" altLang="en-US" sz="1300" smtClean="0"/>
              <a:pPr/>
              <a:t>29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35C352FB-8050-5CD5-AC59-2AF53CFF21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36F88612-0F9B-ED26-CCD0-C6C7A8575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3F019FAF-4AF0-A7D3-A263-8F2716F0E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8E0765-BCF9-44C0-8369-347D3343931B}" type="slidenum">
              <a:rPr lang="en-US" altLang="en-US" sz="1300" smtClean="0"/>
              <a:pPr/>
              <a:t>30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9F5BE68D-50B0-C2D4-8B11-14EE1FEC70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801736B8-CE03-5F86-43F8-021A7A422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D8B2E60D-E812-BB6F-91DC-94A22A48C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DD837B-20C3-4021-86B6-078EFEBF4C79}" type="slidenum">
              <a:rPr lang="en-US" altLang="en-US" sz="1300" smtClean="0"/>
              <a:pPr/>
              <a:t>31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693AF29B-6149-64B8-DCEA-70DC59B706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CCA232B4-D853-E177-E85E-DBDFF4511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9D98F0F4-B97D-7E5A-7F41-A493719B9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624150E-8BDA-4998-8042-50727C13561B}" type="slidenum">
              <a:rPr lang="en-US" altLang="en-US" sz="1300" smtClean="0"/>
              <a:pPr/>
              <a:t>32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4C8A1CD0-90E3-EFA2-5BC7-5E9EC9C892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635EC8F8-B311-B41B-9618-C55512B2B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CEF9DFE2-8979-1A11-16E7-0599F5EF6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19A376-D709-4507-8362-373ACE9A317C}" type="slidenum">
              <a:rPr lang="en-US" altLang="en-US" sz="1300" smtClean="0"/>
              <a:pPr/>
              <a:t>33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1E258919-9D46-F4C7-EA5A-DC25D0C89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44E7D3E0-82D8-1ED1-3510-C26B237AE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5D05CC46-5EDE-E60B-75CD-0B620C5CC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76D891-4916-434E-98B2-9586C26E307C}" type="slidenum">
              <a:rPr lang="en-US" altLang="en-US" sz="1300" smtClean="0"/>
              <a:pPr/>
              <a:t>34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C6106F9B-0B17-0606-166F-8E541CD90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E0361F44-9565-2E68-0E2B-F84FCFD6C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E91723F4-4B7C-E0BA-2603-1DE3E5BB5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DEE703-8C42-4E6E-BCE0-7821204A18E5}" type="slidenum">
              <a:rPr lang="en-US" altLang="en-US" sz="1300" smtClean="0"/>
              <a:pPr/>
              <a:t>35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F21355C0-89DB-FE80-96E4-293074C18C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8A8C825-63F1-83AA-793A-D2BC9BF3F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B8EA50D2-84F8-FA5A-8508-84954DA41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A6960F-C1D8-4AF5-95E3-F00041E0501D}" type="slidenum">
              <a:rPr lang="en-US" altLang="en-US" sz="1300" smtClean="0"/>
              <a:pPr/>
              <a:t>36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BE9427F-60C7-DFCB-1268-2EC3E1635B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172CC5C5-E1C7-5DFC-206F-9F8952310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E0678928-B351-A47C-993F-DC5AFE1F6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1AF6D0-4394-4830-92B3-F8A7DC493D30}" type="slidenum">
              <a:rPr lang="en-US" altLang="en-US" sz="1300" smtClean="0"/>
              <a:pPr/>
              <a:t>37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>
            <a:extLst>
              <a:ext uri="{FF2B5EF4-FFF2-40B4-BE49-F238E27FC236}">
                <a16:creationId xmlns:a16="http://schemas.microsoft.com/office/drawing/2014/main" id="{DA0F1B91-5E8F-6F39-EA55-66C951913C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>
            <a:extLst>
              <a:ext uri="{FF2B5EF4-FFF2-40B4-BE49-F238E27FC236}">
                <a16:creationId xmlns:a16="http://schemas.microsoft.com/office/drawing/2014/main" id="{3746C652-8CE8-754E-8DFC-D46A3570F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E0979CDD-72BB-6E30-195B-2623F7822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975A90-9E02-40C3-BDFE-0E6E57DFC5CB}" type="slidenum">
              <a:rPr lang="en-US" altLang="en-US" sz="1300" smtClean="0"/>
              <a:pPr/>
              <a:t>38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C3978E2-25C0-56F1-5CC5-428681DA0D2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D0CDE715-56FA-995C-F5BB-A6B88D5727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1466C275-B36E-7227-5D48-19799056EA88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89180342-EECE-1C7C-9D34-9D7B834B4838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3CA63F1A-FAE8-C26D-CDDC-82A32A312F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DE2A599D-FEA8-E85D-7F3F-D1A9CC7154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DD38CB50-1446-EABB-D253-80AE2E8D58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6068CA03-F0C5-48B9-CE2A-65E0849DF2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A666A9DA-B13E-BFD0-7506-7590CB3E69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BA37E80F-C7A6-DCCE-A53E-24C61FA14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C7172212-8C03-56C1-5D62-6259157108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DB7FFFBB-5E4F-CBF0-B737-3DF87E670F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101B7D4F-F164-E6B6-5377-45FACD0059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A0AD0AF7-648C-0633-D191-37166B72C8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286B963C-3BED-0466-DAF7-48527E6686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830EFF9F-FF35-7036-4C6A-592E0468A0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E12E22A5-ECF9-04EB-33E7-63E44C9386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23EA16DE-826A-9CC5-57F7-8E19280A0B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915685BD-A432-B7AA-F339-01E6F3064A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0F136C3D-8F12-C007-B609-A9659F4ABE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46D19B84-CD2F-0C0D-D52B-AFB744AC6E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25016D1C-1720-A549-DB5C-FB750EF6FF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5C87EF93-D77C-0A92-21DE-E36E86A174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0DC65F11-DFCD-0040-8C52-74A7F4EE79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824F51AA-5001-24E9-AE5C-C0E8FCB50B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FA9D8280-E830-D3C2-582F-0C608B9427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3F99EBE6-3B6A-F366-1772-E7F85B5F67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8A503EAD-89FD-94E6-D6A3-922179F0B7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AEA2B1C8-4D24-2382-F70D-1BDA06B174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95B1937C-1B69-71C0-5B4A-4E042E4D5A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D20F69BB-57D6-4E70-E1A0-19E417C4E6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6B1A1CC6-F9DF-D7A7-7A64-DDC2C9B722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6AA2418D-AFFE-A1D1-0105-B35C4C0EA8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8EF3C833-F8E4-41A4-92FD-BF81309E7E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21FC9E74-BEE0-2889-D632-C3F4DD85F0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B324A198-4DC7-D3BF-3075-925311330A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959F698C-D428-59A1-5486-3FF4A513DE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83900DC0-4696-CE7E-8101-3CC14029F5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BF138B62-4D7E-4867-B946-57AEAC26CE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4A658AEE-E6F2-CAEA-3770-9146DE0B34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BB47320A-F7BF-E560-0F95-3773226EA0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D74923B7-216E-17C8-BAB6-76F0A3B259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77699BC3-588C-17C5-F2B0-ECBB342ACE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39C9CC49-C94B-D552-D6FE-9346A8205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7D19CD04-68ED-7C0C-C8D8-B741EF1F04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F80B914B-4FE2-F961-410A-CAA2266B2B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4366EE6F-C4D5-D0E6-4F3F-04BF135A60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91E316E1-0171-DEF4-42E2-086009BFC2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5137607A-1895-B95C-1719-E2737FD3FD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7FAFA81E-665F-2336-C65B-C212086E4D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DCCFA6D2-84F5-6465-56AE-B9282D0991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F4CD1E90-8A7B-DE9E-40AD-C86CD89797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E07A5ECD-2D40-EB7A-44F8-7267370569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E72FD207-4D93-5C78-F484-34A9F7EA6D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1F7C372D-E007-212C-9D01-D596407374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5D782FA8-0CE8-D56F-D7CB-4F4131538AC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F21F1BA5-1030-3C8B-F702-1FECC2C73C3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A50192A6-2799-B6EB-43AC-BA54DF17D44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B3609F04-B56F-1874-633E-3602D4D3FF43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9C7DCC8F-58C3-4344-3A28-E3850A03C7E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9E9C7F82-052A-60EB-E001-2E15F4E86952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E7A70A38-AA5B-0FEC-EEB6-ED1DB78AE77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0AC2DDA5-68FE-1157-6BE9-48C9DEBC3A5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3CC59EEE-EE23-234A-6EFB-2D5A1308024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50621812-C4E3-FD6B-BC43-59CFEAEDCAC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07552A73-ABF5-D373-F08A-499AF4AC7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584E57-9988-4FB5-8813-F89044AA1A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C1DA800A-4B49-A230-42C5-168D789DFA41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D9316B11-65AF-980D-1473-0078F812B9F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77123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0A61E131-523F-94BE-C869-498AA1BB35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E6FDF84B-C146-C143-2BBA-ED1B5F93A2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26159BA3-C1B5-FF86-D02B-5BE1B0BC7F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E26CC-303B-41CB-9077-35EE42668B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78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1F55A359-6C36-28E4-ACC9-328B6C207A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AB66E092-E9FB-6E63-5DB7-F43ECA6803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E2F7AD6F-282C-9F01-880C-E0E4EB7CB2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ECAD2-01D8-41EE-9E53-40DD2EBDB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9441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118E96F0-DB00-66FE-300C-E5650DC144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6F91F92D-ACD3-DC95-BAE1-ED54DD4DE2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050A57FF-EE42-778D-5DDE-A1DFE9CDFD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126A0-DFB8-4880-80F8-7011F96BDD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906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18B411CC-4EBA-6AA8-1A57-FE4AA6AB57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DB10C45A-2778-0633-35EF-6E19A712B1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984641AF-243C-0B83-99DD-7E2EC64A10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007E1-66C8-4811-8A99-D5CBE6C976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4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83B5334E-EB06-36E0-E576-FDFAB383B6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31BD3823-792D-8CAC-D48F-5182519E2F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06E2A049-7020-60B8-FAC0-BA94D1274A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921C2-5BB5-438E-853A-4BFF23443D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856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A13478A1-6045-2767-B966-85C4C5813CE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3894A7AC-CF55-7A2B-9608-92D3537B2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CBD9BA0B-CF69-F1B8-6F9E-40330848BB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52C88980-DCE8-9E96-5B97-9B0B9942D6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E86AC62D-ED91-0B7A-15C8-30187DE2CF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518DF134-3FDA-0F89-0F6F-29BD36EEE8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7C5E45A7-CBEC-4421-026C-27E55E76CC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36F4CFA0-7C43-D424-BD82-52F0B59022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E8F92D7C-1000-C76A-51AB-E059FF2DC0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D6C05690-CD68-F77F-3F0C-5F1F580BE4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06F822BE-CB49-C468-CB41-E9220EF905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B22920A5-7DA6-642B-DF6A-2E9AE0ACC6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7B404E91-146C-3618-E06F-27137A9B78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FD62E0AA-7C4A-C22A-FF77-985678DA6F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A6C9EDF6-7F2F-1CD9-A95E-95EAA1049C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87DADD81-98C0-53FF-A0E4-835932708D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A1B3C709-BA9A-FEED-9352-60DBAC5040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D0568D04-0632-C553-9C9F-98338BA9E2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BA21A3A8-3CBD-ACC7-F645-3041D54610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A06B9774-DD0D-3759-D871-E6EE2B2F61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32EBAC23-04A6-2217-284A-488ACD6258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46934A9D-8A6A-D0CB-5DD4-8D57E5D679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5440BE36-AC32-F251-FFC5-D427DBE61F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F5408B9C-3341-DF58-2969-9B098DECBD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CC1426CB-6770-D4BB-4930-A9B03B7245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71382837-22C5-A44B-27A3-69865EAC1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188ABB8F-AAC9-E5E6-F3BE-B881EC41D8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4059614F-AD85-A942-BA93-62CF51F90B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8330CE52-2F8D-BF2A-9AD5-D99C765386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CBA4267F-3DE3-5E90-3506-A85B39B791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0F0C4872-A51D-F019-2FBC-C8B5038F1E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453838DE-55F6-9687-F70E-2671FF97EE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D9AA8937-4F5A-E110-CE4F-A6D4E6EB27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C52643F6-5B56-D3BC-0A0A-1AB884286D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299A581D-F4FC-4D24-7EB1-59AB29477E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6C042C1C-220D-E04C-23B1-D2E3A76D0A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690C620D-38F8-87C5-5F20-33588A24AD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71AF2AE1-58FC-A0DA-93D3-471512513D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69A90915-E8D0-B01A-C79D-C85C6F477F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6AB1147C-D4FE-29FC-889D-7B86E5CF2B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67046A71-D8A7-C82A-9B89-AAAA51449B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9860586D-3206-604C-61CF-20097B87A2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CF531476-8E4F-5113-293D-59F3395936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4A1B4295-2677-7ED4-9282-D4771C194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0F712AB9-8D5E-776A-9349-6CDA270CF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0D266E3C-D586-37F8-8916-64F0675E59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E76D8865-8E54-3670-46E6-5BCA43A001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27B345B2-8F07-D14C-0F0A-2736C0586B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C5DBB49B-23B5-7E39-5395-D8A3DD48BB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342D9502-887E-E2E0-EA44-90EFC1875C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8BE7C090-591D-EE7A-ADF0-C8A3CA1729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AABE564E-F0E7-E561-3572-799E33AE37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BD642ACE-52C3-ED15-5399-EA5CC29591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A1050C1F-BA32-4C30-8215-68703E774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6D7C655A-DE8E-C17C-6C55-1E3D926FF9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29EA3E57-8ADE-CD95-F01D-8DAEA91EE4BD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B41B13B9-37B7-93DB-7262-C5EC29C7DFB1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B2FA8F0A-7250-E46C-2652-06A2006494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016FA392-1163-FCD5-5CAC-FAEF73C2EAC2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87A10766-BA06-8B3A-CECE-7B4614778B5F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9D9FC9CB-6DD6-0655-2CB3-FB6AF5BC9F8E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DF49A32B-57B7-248A-3D5A-649E0EA87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A7B5B3C-FF48-6FFA-496A-EC9A727EA2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38D06CE8-C44B-F7AF-39D6-3C712004AC9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C9222B56-0393-85FC-776B-296ABA165C5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D9FAECD1-AA54-17A5-6694-0BE199DE5B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96BD88F-6D0F-4DB5-84C2-77B038E673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0" r:id="rId2"/>
    <p:sldLayoutId id="2147483901" r:id="rId3"/>
    <p:sldLayoutId id="2147483902" r:id="rId4"/>
    <p:sldLayoutId id="2147483903" r:id="rId5"/>
    <p:sldLayoutId id="214748390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D2B667A-6E63-24D2-A1BD-E258A08CCE0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Human Speech Production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4A10BD64-0E9D-F43A-EEAA-FFF4D3325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8696A951-18AE-D944-E2EA-86F2B4365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09E0A99-15EF-58AF-681B-6C6100DA296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The Process of Speech Production</a:t>
            </a:r>
          </a:p>
          <a:p>
            <a:r>
              <a:rPr lang="en-US" altLang="en-US" sz="2000"/>
              <a:t>Short-Time Fourier Representation of Speech</a:t>
            </a:r>
          </a:p>
          <a:p>
            <a:r>
              <a:rPr lang="en-US" altLang="en-US" sz="2000"/>
              <a:t>Acoustic Phonetics</a:t>
            </a:r>
          </a:p>
          <a:p>
            <a:r>
              <a:rPr lang="en-US" altLang="en-US" sz="2000"/>
              <a:t>Distinctive Features of The Phonemes English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7FDA4D04-88D7-2041-A28E-1E7B0A47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BFB169-BF4A-46D9-A5D3-7D023EE2395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BA78E5C9-BD0D-C6F1-5CB1-2CB7A092B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470075E-7D6E-C228-0A21-4A50718EC9D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Process of Speech Production</a:t>
            </a: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8AE3D382-6009-9D1F-5A6A-03ED19157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4ED01D08-668A-D429-390D-535A67A0C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2C17B46D-350B-06C7-EFBF-EDA95D37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E31EFC-DF92-447D-8D7D-047E1A4F104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02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B9DC95D-53F0-7E35-9836-F6381AD44D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 </a:t>
            </a:r>
            <a:endParaRPr lang="vi-VN" altLang="en-US" sz="2000" b="1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3D0F30A2-E4AB-6C66-0D5A-C5A378D5E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547D65E3-DC1C-1013-B5D6-BEAD340DC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3144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Speech Production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production refers to the process by which humans generate spoken language through the coordinated actions of various anatomical structures.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Importance of Understanding Speech Production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It is essential for studying speech disorders, designing speech technologies, and improving language learning and communication.</a:t>
            </a:r>
            <a:endParaRPr lang="en-US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D543FCA5-6450-E698-C9A4-3CFD668F6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B5ABA8B2-3A3D-9BBB-BEB8-AD6570E2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A22E89-D985-4C97-A954-DBF3A8EA65B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22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AF92743-E198-A9F9-D4A7-8E356BCCB91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Anatomy of Speech Organs </a:t>
            </a:r>
            <a:endParaRPr lang="vi-VN" altLang="en-US" sz="2000" b="1"/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C06EA0E1-7AF0-7F46-1B05-9544C3392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Rectangle 1">
            <a:extLst>
              <a:ext uri="{FF2B5EF4-FFF2-40B4-BE49-F238E27FC236}">
                <a16:creationId xmlns:a16="http://schemas.microsoft.com/office/drawing/2014/main" id="{80376E0F-EE3A-18F7-E2A3-ABA10855F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743200"/>
            <a:ext cx="2057400" cy="1905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 b="1"/>
              <a:t>Respiratory System</a:t>
            </a:r>
          </a:p>
          <a:p>
            <a:pPr eaLnBrk="1" hangingPunct="1"/>
            <a:endParaRPr lang="en-US" altLang="en-US" sz="1400" b="1"/>
          </a:p>
          <a:p>
            <a:pPr eaLnBrk="1" hangingPunct="1"/>
            <a:r>
              <a:rPr lang="en-US" altLang="en-US" sz="1400"/>
              <a:t>The diaphragm and </a:t>
            </a:r>
          </a:p>
          <a:p>
            <a:pPr eaLnBrk="1" hangingPunct="1"/>
            <a:r>
              <a:rPr lang="en-US" altLang="en-US" sz="1400"/>
              <a:t>intercostal muscles </a:t>
            </a:r>
          </a:p>
          <a:p>
            <a:pPr eaLnBrk="1" hangingPunct="1"/>
            <a:r>
              <a:rPr lang="en-US" altLang="en-US" sz="1400"/>
              <a:t>control airflow from </a:t>
            </a:r>
          </a:p>
          <a:p>
            <a:pPr eaLnBrk="1" hangingPunct="1"/>
            <a:r>
              <a:rPr lang="en-US" altLang="en-US" sz="1400"/>
              <a:t>the lungs through the </a:t>
            </a:r>
          </a:p>
          <a:p>
            <a:pPr eaLnBrk="1" hangingPunct="1"/>
            <a:r>
              <a:rPr lang="en-US" altLang="en-US" sz="1400"/>
              <a:t>trachea (windpipe) </a:t>
            </a:r>
          </a:p>
          <a:p>
            <a:pPr eaLnBrk="1" hangingPunct="1"/>
            <a:r>
              <a:rPr lang="en-US" altLang="en-US" sz="1400"/>
              <a:t>And into the vocal tract.</a:t>
            </a:r>
          </a:p>
        </p:txBody>
      </p:sp>
      <p:sp>
        <p:nvSpPr>
          <p:cNvPr id="12295" name="Rectangle 2">
            <a:extLst>
              <a:ext uri="{FF2B5EF4-FFF2-40B4-BE49-F238E27FC236}">
                <a16:creationId xmlns:a16="http://schemas.microsoft.com/office/drawing/2014/main" id="{90D1F890-7F3C-E151-BF20-E1EF8F0C6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743200"/>
            <a:ext cx="2057400" cy="1905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 b="1"/>
              <a:t>Phonatory System</a:t>
            </a:r>
          </a:p>
          <a:p>
            <a:pPr eaLnBrk="1" hangingPunct="1"/>
            <a:endParaRPr lang="en-US" altLang="en-US" sz="1400" b="1"/>
          </a:p>
          <a:p>
            <a:pPr eaLnBrk="1" hangingPunct="1"/>
            <a:r>
              <a:rPr lang="en-US" altLang="en-US" sz="1400"/>
              <a:t>The larynx (voice box) </a:t>
            </a:r>
          </a:p>
          <a:p>
            <a:pPr eaLnBrk="1" hangingPunct="1"/>
            <a:r>
              <a:rPr lang="en-US" altLang="en-US" sz="1400"/>
              <a:t>houses the vocal folds </a:t>
            </a:r>
          </a:p>
          <a:p>
            <a:pPr eaLnBrk="1" hangingPunct="1"/>
            <a:r>
              <a:rPr lang="en-US" altLang="en-US" sz="1400"/>
              <a:t>(vocal cords), which </a:t>
            </a:r>
          </a:p>
          <a:p>
            <a:pPr eaLnBrk="1" hangingPunct="1"/>
            <a:r>
              <a:rPr lang="en-US" altLang="en-US" sz="1400"/>
              <a:t>vibrate when air passes </a:t>
            </a:r>
          </a:p>
          <a:p>
            <a:pPr eaLnBrk="1" hangingPunct="1"/>
            <a:r>
              <a:rPr lang="en-US" altLang="en-US" sz="1400"/>
              <a:t>through, producing </a:t>
            </a:r>
          </a:p>
          <a:p>
            <a:pPr eaLnBrk="1" hangingPunct="1"/>
            <a:r>
              <a:rPr lang="en-US" altLang="en-US" sz="1400"/>
              <a:t>voiced sounds.</a:t>
            </a:r>
          </a:p>
        </p:txBody>
      </p:sp>
      <p:sp>
        <p:nvSpPr>
          <p:cNvPr id="12296" name="Rectangle 3">
            <a:extLst>
              <a:ext uri="{FF2B5EF4-FFF2-40B4-BE49-F238E27FC236}">
                <a16:creationId xmlns:a16="http://schemas.microsoft.com/office/drawing/2014/main" id="{2177C4F5-8D6F-3F3D-E843-9B37B0FE1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743200"/>
            <a:ext cx="2057400" cy="1905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 b="1"/>
              <a:t>Articulatory System</a:t>
            </a:r>
          </a:p>
          <a:p>
            <a:pPr eaLnBrk="1" hangingPunct="1"/>
            <a:endParaRPr lang="en-US" altLang="en-US" sz="1400" b="1"/>
          </a:p>
          <a:p>
            <a:pPr eaLnBrk="1" hangingPunct="1"/>
            <a:r>
              <a:rPr lang="en-US" altLang="en-US" sz="1400"/>
              <a:t>Includes the tongue, </a:t>
            </a:r>
          </a:p>
          <a:p>
            <a:pPr eaLnBrk="1" hangingPunct="1"/>
            <a:r>
              <a:rPr lang="en-US" altLang="en-US" sz="1400"/>
              <a:t>lips, teeth, palate, and </a:t>
            </a:r>
          </a:p>
          <a:p>
            <a:pPr eaLnBrk="1" hangingPunct="1"/>
            <a:r>
              <a:rPr lang="en-US" altLang="en-US" sz="1400"/>
              <a:t>jaw, which shapes the </a:t>
            </a:r>
          </a:p>
          <a:p>
            <a:pPr eaLnBrk="1" hangingPunct="1"/>
            <a:r>
              <a:rPr lang="en-US" altLang="en-US" sz="1400"/>
              <a:t>airflow into specific </a:t>
            </a:r>
          </a:p>
          <a:p>
            <a:pPr eaLnBrk="1" hangingPunct="1"/>
            <a:r>
              <a:rPr lang="en-US" altLang="en-US" sz="1400"/>
              <a:t>speech sounds </a:t>
            </a:r>
          </a:p>
          <a:p>
            <a:pPr eaLnBrk="1" hangingPunct="1"/>
            <a:r>
              <a:rPr lang="en-US" altLang="en-US" sz="1400"/>
              <a:t>(consonants and vowels)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8826FEC-2AF0-FA6E-0A1C-EAA98DC52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BC42DAEC-C4D8-8D17-C6B4-E1EFF8F6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0DC0B7-FA3D-425B-B3E8-A4295BD72BC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43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5FBF86D-F983-F796-E37D-D995A9CB145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Physiology of Speech Production</a:t>
            </a:r>
            <a:endParaRPr lang="vi-VN" altLang="en-US" sz="2000" b="1"/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0FF5E771-268F-ADBF-0E10-1C0039FFA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E979F5A8-630E-53F1-85F0-0E538DD07E2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65187" y="2286000"/>
            <a:ext cx="7566025" cy="3479158"/>
          </a:xfrm>
          <a:prstGeom prst="rect">
            <a:avLst/>
          </a:prstGeom>
          <a:blipFill>
            <a:blip r:embed="rId4"/>
            <a:stretch>
              <a:fillRect l="-725" t="-876" r="-1289" b="-1751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B3991BBA-4F6A-A291-5C1E-3501007CAF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69FF6184-0F82-F3B2-E988-988109337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E8E6570-0462-40BD-8B9D-7F19BE1E8FA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638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85B5B60-EDD7-6C48-DDC2-A2CD4BF505F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Phonation Process </a:t>
            </a:r>
            <a:endParaRPr lang="vi-VN" altLang="en-US" sz="2000" b="1"/>
          </a:p>
        </p:txBody>
      </p:sp>
      <p:pic>
        <p:nvPicPr>
          <p:cNvPr id="16389" name="Picture 5">
            <a:extLst>
              <a:ext uri="{FF2B5EF4-FFF2-40B4-BE49-F238E27FC236}">
                <a16:creationId xmlns:a16="http://schemas.microsoft.com/office/drawing/2014/main" id="{7A0130C8-A706-19E6-852A-E3F6EBFCA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Box 2">
            <a:extLst>
              <a:ext uri="{FF2B5EF4-FFF2-40B4-BE49-F238E27FC236}">
                <a16:creationId xmlns:a16="http://schemas.microsoft.com/office/drawing/2014/main" id="{5BABB052-2AA6-C7A6-F45C-8CD33CAFC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15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Vocal Folds and Glottis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The glottis is the opening between the vocal folds in the larynx.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Phonation occurs when the vocal folds vibrate due to airflow, producing a buzzing sound.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Types of Phonation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Modal voice (normal phonation), breathy voice (increased airflow), and creaky voice (decreased airflow).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601ACEB-840D-BDB5-1DE4-590CC75E5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EF3F0A96-F69D-F129-5EEF-1A2F46D6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8D2BB7-F630-412E-B16D-93F245E2BD5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84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5D473B6-30B8-7D00-9B78-E58E17BA033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Articulation of Speech Sounds </a:t>
            </a:r>
            <a:endParaRPr lang="vi-VN" altLang="en-US" sz="2000" b="1"/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CDC96C92-A247-3DF0-2299-23FD26CDE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2">
            <a:extLst>
              <a:ext uri="{FF2B5EF4-FFF2-40B4-BE49-F238E27FC236}">
                <a16:creationId xmlns:a16="http://schemas.microsoft.com/office/drawing/2014/main" id="{A971846F-AD0E-CFC2-564C-3E176BD08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427831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3144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Role of Articulators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Articulators such as the lips, tongue, teeth, palate, and jaw shape the vocal tract to produce different speech sounds.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Place and Manner of Articulation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sounds are classified based on where (place) and how (manner) they are produced in the vocal tract (e.g., bilabial, alveolar, velar).</a:t>
            </a:r>
            <a:endParaRPr lang="en-US" altLang="en-US" sz="1600"/>
          </a:p>
        </p:txBody>
      </p:sp>
      <p:pic>
        <p:nvPicPr>
          <p:cNvPr id="18439" name="Picture 2">
            <a:extLst>
              <a:ext uri="{FF2B5EF4-FFF2-40B4-BE49-F238E27FC236}">
                <a16:creationId xmlns:a16="http://schemas.microsoft.com/office/drawing/2014/main" id="{A7B5782F-CF7C-5C9A-8DC6-3A55060EB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401888"/>
            <a:ext cx="2743200" cy="279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077B9A3-9C21-989F-62A0-3961CEF547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3044DC0F-BA70-C694-01CB-0412EFEF5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D2B7F5-1D8E-47BC-B401-6925BD88071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04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068EC65-6EAB-575E-30AB-D917E68A485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Neural Control of Speech </a:t>
            </a:r>
            <a:endParaRPr lang="vi-VN" altLang="en-US" sz="2000" b="1"/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AA7E19F8-0F26-021E-0120-FF473F875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Box 2">
            <a:extLst>
              <a:ext uri="{FF2B5EF4-FFF2-40B4-BE49-F238E27FC236}">
                <a16:creationId xmlns:a16="http://schemas.microsoft.com/office/drawing/2014/main" id="{2348CEB7-4CAC-8B62-F650-AEA8F9A75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3144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Brain Areas Involved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motor cortex, Broca's area, cerebellum, and brainstem regions coordinate speech movements and control muscle activity.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Neural Pathways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Motor commands for speech are transmitted via cranial nerves to the muscles of the speech organs.</a:t>
            </a:r>
            <a:endParaRPr lang="en-US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EFF9002D-1978-7B96-5262-FC56DD712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92BF0072-C0BE-0C3E-3AF6-1CC1EE22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C8E19A-EF9D-4A7D-A8DF-DC72E2EB490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25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A2AA6A3-42AD-C6AD-13EF-618B07AC1F2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Neural Control of Speech </a:t>
            </a:r>
            <a:endParaRPr lang="vi-VN" altLang="en-US" sz="2000" b="1"/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818401B1-FBAC-B331-4638-A8CC873DB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Rectangle 1">
            <a:extLst>
              <a:ext uri="{FF2B5EF4-FFF2-40B4-BE49-F238E27FC236}">
                <a16:creationId xmlns:a16="http://schemas.microsoft.com/office/drawing/2014/main" id="{782DFEFD-E3B8-E8A7-DA3D-9404795F6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2473325"/>
            <a:ext cx="72390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 b="1"/>
              <a:t>Motor Cortex and Motor Planning</a:t>
            </a:r>
          </a:p>
          <a:p>
            <a:pPr eaLnBrk="1" hangingPunct="1"/>
            <a:r>
              <a:rPr lang="en-US" altLang="en-US" sz="1400"/>
              <a:t>The motor cortex in the brain plans and executes voluntary movements, including speech </a:t>
            </a:r>
          </a:p>
          <a:p>
            <a:pPr eaLnBrk="1" hangingPunct="1"/>
            <a:r>
              <a:rPr lang="en-US" altLang="en-US" sz="1400"/>
              <a:t>articulation.</a:t>
            </a:r>
          </a:p>
        </p:txBody>
      </p:sp>
      <p:sp>
        <p:nvSpPr>
          <p:cNvPr id="22535" name="Rectangle 2">
            <a:extLst>
              <a:ext uri="{FF2B5EF4-FFF2-40B4-BE49-F238E27FC236}">
                <a16:creationId xmlns:a16="http://schemas.microsoft.com/office/drawing/2014/main" id="{E20E636F-D423-3A45-A855-7689EB710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463925"/>
            <a:ext cx="72390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 b="1"/>
              <a:t>Broca's Area and Speech Production</a:t>
            </a:r>
          </a:p>
          <a:p>
            <a:pPr eaLnBrk="1" hangingPunct="1"/>
            <a:r>
              <a:rPr lang="en-US" altLang="en-US" sz="1400"/>
              <a:t>Broca's area, located in the frontal lobe, is involved in the motor planning of speech </a:t>
            </a:r>
          </a:p>
          <a:p>
            <a:pPr eaLnBrk="1" hangingPunct="1"/>
            <a:r>
              <a:rPr lang="en-US" altLang="en-US" sz="1400"/>
              <a:t>production.</a:t>
            </a:r>
          </a:p>
        </p:txBody>
      </p:sp>
      <p:sp>
        <p:nvSpPr>
          <p:cNvPr id="22536" name="Rectangle 3">
            <a:extLst>
              <a:ext uri="{FF2B5EF4-FFF2-40B4-BE49-F238E27FC236}">
                <a16:creationId xmlns:a16="http://schemas.microsoft.com/office/drawing/2014/main" id="{91B2247A-28FA-8270-2FDE-AC471B948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4454525"/>
            <a:ext cx="72390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 b="1"/>
              <a:t>Cerebellum and Motor Coordination</a:t>
            </a:r>
          </a:p>
          <a:p>
            <a:pPr eaLnBrk="1" hangingPunct="1"/>
            <a:r>
              <a:rPr lang="en-US" altLang="en-US" sz="1400"/>
              <a:t>The cerebellum coordinates and refines motor movements, ensuring precise articulation </a:t>
            </a:r>
          </a:p>
          <a:p>
            <a:pPr eaLnBrk="1" hangingPunct="1"/>
            <a:r>
              <a:rPr lang="en-US" altLang="en-US" sz="1400"/>
              <a:t>during speech production.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32C231F0-0CC7-CE08-4655-26759F7B5B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800"/>
              <a:t>The Process of Speech Production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406FE14F-311A-1AF7-6AF1-6C9C681B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BEEF4E-B768-48E1-8447-B06922ED30E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458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EB60D19-649D-D341-070E-748EA1D073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Stages of Speech Production </a:t>
            </a:r>
            <a:endParaRPr lang="vi-VN" altLang="en-US" sz="2000" b="1"/>
          </a:p>
        </p:txBody>
      </p:sp>
      <p:pic>
        <p:nvPicPr>
          <p:cNvPr id="24581" name="Picture 5">
            <a:extLst>
              <a:ext uri="{FF2B5EF4-FFF2-40B4-BE49-F238E27FC236}">
                <a16:creationId xmlns:a16="http://schemas.microsoft.com/office/drawing/2014/main" id="{FBC5D45B-2F99-E803-A902-86360BEB3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F41B057-9484-5910-5F30-A4939BB62FA6}"/>
              </a:ext>
            </a:extLst>
          </p:cNvPr>
          <p:cNvGraphicFramePr/>
          <p:nvPr/>
        </p:nvGraphicFramePr>
        <p:xfrm>
          <a:off x="914400" y="2439405"/>
          <a:ext cx="3733800" cy="24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DDD935C7-7ED9-4FE4-68D8-03DB70ABF8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800"/>
              <a:t>The Process of Speech Production</a:t>
            </a:r>
          </a:p>
        </p:txBody>
      </p:sp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id="{19399639-FC3C-9FD6-039B-18FEFC042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141FC7-0BA5-4707-A6F9-85A0AAA5203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66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17039B3-992E-767B-9721-0FB913FF8A2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Stages of Speech Production </a:t>
            </a:r>
            <a:endParaRPr lang="vi-VN" altLang="en-US" sz="2000" b="1"/>
          </a:p>
        </p:txBody>
      </p:sp>
      <p:pic>
        <p:nvPicPr>
          <p:cNvPr id="26629" name="Picture 5">
            <a:extLst>
              <a:ext uri="{FF2B5EF4-FFF2-40B4-BE49-F238E27FC236}">
                <a16:creationId xmlns:a16="http://schemas.microsoft.com/office/drawing/2014/main" id="{23108DFA-8E4F-A1D3-0E0E-79667AAAE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1DF5BFD-7A9E-760A-9BC1-8B8A6DD8247F}"/>
              </a:ext>
            </a:extLst>
          </p:cNvPr>
          <p:cNvGraphicFramePr/>
          <p:nvPr/>
        </p:nvGraphicFramePr>
        <p:xfrm>
          <a:off x="914400" y="2439405"/>
          <a:ext cx="3733800" cy="24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6631" name="Rectangle 2">
            <a:extLst>
              <a:ext uri="{FF2B5EF4-FFF2-40B4-BE49-F238E27FC236}">
                <a16:creationId xmlns:a16="http://schemas.microsoft.com/office/drawing/2014/main" id="{227B3597-2CDD-4D1E-B14B-CB6093754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438400"/>
            <a:ext cx="2819400" cy="2489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The speaker forms </a:t>
            </a:r>
          </a:p>
          <a:p>
            <a:pPr eaLnBrk="1" hangingPunct="1"/>
            <a:r>
              <a:rPr lang="en-US" altLang="en-US"/>
              <a:t>linguistic concepts </a:t>
            </a:r>
          </a:p>
          <a:p>
            <a:pPr eaLnBrk="1" hangingPunct="1"/>
            <a:r>
              <a:rPr lang="en-US" altLang="en-US"/>
              <a:t>and selects </a:t>
            </a:r>
          </a:p>
          <a:p>
            <a:pPr eaLnBrk="1" hangingPunct="1"/>
            <a:r>
              <a:rPr lang="en-US" altLang="en-US"/>
              <a:t>appropriate words </a:t>
            </a:r>
          </a:p>
          <a:p>
            <a:pPr eaLnBrk="1" hangingPunct="1"/>
            <a:r>
              <a:rPr lang="en-US" altLang="en-US"/>
              <a:t>and sentences to </a:t>
            </a:r>
          </a:p>
          <a:p>
            <a:pPr eaLnBrk="1" hangingPunct="1"/>
            <a:r>
              <a:rPr lang="en-US" altLang="en-US"/>
              <a:t>convey meaning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CCE50EF3-3B82-7794-1D25-BBC676831C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800"/>
              <a:t>The Process of Speech Production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BDE70697-837E-FD47-60D6-690F1952E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6B139C-9DEE-4BC5-AF32-F6CF13216A8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867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7F0D429-38D8-2C75-47E4-99FC429914B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Stages of Speech Production </a:t>
            </a:r>
            <a:endParaRPr lang="vi-VN" altLang="en-US" sz="2000" b="1"/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D07806D5-1A69-D8CB-EBF8-1F38F1B0F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9DE71CE-FB79-9FB5-0DFD-F866EE3F62FD}"/>
              </a:ext>
            </a:extLst>
          </p:cNvPr>
          <p:cNvGraphicFramePr/>
          <p:nvPr/>
        </p:nvGraphicFramePr>
        <p:xfrm>
          <a:off x="914400" y="2439405"/>
          <a:ext cx="3733800" cy="24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679" name="Rectangle 2">
            <a:extLst>
              <a:ext uri="{FF2B5EF4-FFF2-40B4-BE49-F238E27FC236}">
                <a16:creationId xmlns:a16="http://schemas.microsoft.com/office/drawing/2014/main" id="{17030110-B6F4-8AA4-4E05-7AAEAAB03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438400"/>
            <a:ext cx="2819400" cy="2819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Neural signals from </a:t>
            </a:r>
          </a:p>
          <a:p>
            <a:pPr eaLnBrk="1" hangingPunct="1"/>
            <a:r>
              <a:rPr lang="en-US" altLang="en-US"/>
              <a:t>the brain translate </a:t>
            </a:r>
          </a:p>
          <a:p>
            <a:pPr eaLnBrk="1" hangingPunct="1"/>
            <a:r>
              <a:rPr lang="en-US" altLang="en-US"/>
              <a:t>linguistic </a:t>
            </a:r>
          </a:p>
          <a:p>
            <a:pPr eaLnBrk="1" hangingPunct="1"/>
            <a:r>
              <a:rPr lang="en-US" altLang="en-US"/>
              <a:t>representations </a:t>
            </a:r>
          </a:p>
          <a:p>
            <a:pPr eaLnBrk="1" hangingPunct="1"/>
            <a:r>
              <a:rPr lang="en-US" altLang="en-US"/>
              <a:t>into motor </a:t>
            </a:r>
          </a:p>
          <a:p>
            <a:pPr eaLnBrk="1" hangingPunct="1"/>
            <a:r>
              <a:rPr lang="en-US" altLang="en-US"/>
              <a:t>commands for </a:t>
            </a:r>
          </a:p>
          <a:p>
            <a:pPr eaLnBrk="1" hangingPunct="1"/>
            <a:r>
              <a:rPr lang="en-US" altLang="en-US"/>
              <a:t>speech movements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4B3802D9-B3C2-544E-B033-6525A4518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800"/>
              <a:t>The Process of Speech Production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E18570F2-B1C7-3D31-9A3A-D5E3E8FC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1C4CA1-08C4-4C72-BB44-6335A76DC56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072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C155B5F-3D3A-E8D4-8EED-742BF9A5BDD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Stages of Speech Production </a:t>
            </a:r>
            <a:endParaRPr lang="vi-VN" altLang="en-US" sz="2000" b="1"/>
          </a:p>
        </p:txBody>
      </p:sp>
      <p:pic>
        <p:nvPicPr>
          <p:cNvPr id="30725" name="Picture 5">
            <a:extLst>
              <a:ext uri="{FF2B5EF4-FFF2-40B4-BE49-F238E27FC236}">
                <a16:creationId xmlns:a16="http://schemas.microsoft.com/office/drawing/2014/main" id="{DBB5E060-34D5-D19F-B0A1-8327BB6D6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107101D-29A3-E097-A652-9215BCB1C046}"/>
              </a:ext>
            </a:extLst>
          </p:cNvPr>
          <p:cNvGraphicFramePr/>
          <p:nvPr/>
        </p:nvGraphicFramePr>
        <p:xfrm>
          <a:off x="914400" y="2439405"/>
          <a:ext cx="3733800" cy="24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0727" name="Rectangle 2">
            <a:extLst>
              <a:ext uri="{FF2B5EF4-FFF2-40B4-BE49-F238E27FC236}">
                <a16:creationId xmlns:a16="http://schemas.microsoft.com/office/drawing/2014/main" id="{CB37A6B4-95F4-1C69-7502-3229C8D12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438400"/>
            <a:ext cx="2819400" cy="2489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Muscles in the vocal </a:t>
            </a:r>
          </a:p>
          <a:p>
            <a:pPr eaLnBrk="1" hangingPunct="1"/>
            <a:r>
              <a:rPr lang="en-US" altLang="en-US"/>
              <a:t>tract execute </a:t>
            </a:r>
          </a:p>
          <a:p>
            <a:pPr eaLnBrk="1" hangingPunct="1"/>
            <a:r>
              <a:rPr lang="en-US" altLang="en-US"/>
              <a:t>precise movements </a:t>
            </a:r>
          </a:p>
          <a:p>
            <a:pPr eaLnBrk="1" hangingPunct="1"/>
            <a:r>
              <a:rPr lang="en-US" altLang="en-US"/>
              <a:t>to produce speech </a:t>
            </a:r>
          </a:p>
          <a:p>
            <a:pPr eaLnBrk="1" hangingPunct="1"/>
            <a:r>
              <a:rPr lang="en-US" altLang="en-US"/>
              <a:t>sounds based on </a:t>
            </a:r>
          </a:p>
          <a:p>
            <a:pPr eaLnBrk="1" hangingPunct="1"/>
            <a:r>
              <a:rPr lang="en-US" altLang="en-US"/>
              <a:t>motor plans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7211D09-5E3A-08B8-F34D-B7F92878031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705600" cy="1143000"/>
          </a:xfrm>
        </p:spPr>
        <p:txBody>
          <a:bodyPr/>
          <a:lstStyle/>
          <a:p>
            <a:pPr eaLnBrk="1" hangingPunct="1"/>
            <a:r>
              <a:rPr lang="en-US" altLang="en-US"/>
              <a:t>Short-Time Fourier Representation of Speech</a:t>
            </a:r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384A92B4-0C4F-EE12-7793-8B499CE8A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773DF24A-7BCB-D733-295B-0A3EDAD17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2FCBAE87-AC27-0C7B-5AB4-AD76099E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154665-4F1E-4AA1-9778-F6069FD933D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482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2D6D208-991F-3873-9078-B98D4E00C8A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34821" name="Picture 5">
            <a:extLst>
              <a:ext uri="{FF2B5EF4-FFF2-40B4-BE49-F238E27FC236}">
                <a16:creationId xmlns:a16="http://schemas.microsoft.com/office/drawing/2014/main" id="{F81EBF11-CBAC-C61F-52A0-F023F5018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Box 2">
            <a:extLst>
              <a:ext uri="{FF2B5EF4-FFF2-40B4-BE49-F238E27FC236}">
                <a16:creationId xmlns:a16="http://schemas.microsoft.com/office/drawing/2014/main" id="{B0EDE2AF-01F5-BF97-F8BE-03192A805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3144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Overview of Spectrogram Analysis: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Introduction to time-frequency analysis methods for speech signals.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Role of STFT in Speech Processing: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STFT is a valuable tool for analyzing non-stationary signals like speech by revealing its time-varying frequency content.</a:t>
            </a:r>
            <a:endParaRPr lang="en-US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FCA93481-F350-AF13-D4B8-C3FD2F8E65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E5A720E6-F392-E8B8-65DE-FE031714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9717F6-A604-46AD-BEBF-B23F976BD62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686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880756D-7287-6A6C-D15A-BC93ECE88C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36869" name="Picture 5">
            <a:extLst>
              <a:ext uri="{FF2B5EF4-FFF2-40B4-BE49-F238E27FC236}">
                <a16:creationId xmlns:a16="http://schemas.microsoft.com/office/drawing/2014/main" id="{BC255923-75D0-F670-24C7-74DC5FC33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TextBox 2">
            <a:extLst>
              <a:ext uri="{FF2B5EF4-FFF2-40B4-BE49-F238E27FC236}">
                <a16:creationId xmlns:a16="http://schemas.microsoft.com/office/drawing/2014/main" id="{FB742D7C-AA98-B584-F93E-A30928C2B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38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Overview of Spectrogram Analysis: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6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Spectrogram analysis is crucial for examining the time-varying frequency content of non-stationary signals like speech.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Role of STFT in Speech Processing: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6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The Short-Time Fourier Transform (STFT) analyzes how a signal's frequency content changes over time.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6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In speech processing, STFT helps visualize and understand the spectral characteristics of speech signals, which is essential for speech recognition, identification, and enhancement.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B9747330-B167-53D9-9119-85F57CDA77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5C0487CF-372A-029F-7E31-C747E756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3D1D8-8C29-42E5-B7A5-12C30CD2ABB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891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7932CB2-9236-F31B-EADD-4C3530837DE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Basics of Fourier Transform</a:t>
            </a:r>
            <a:endParaRPr lang="vi-VN" altLang="en-US" sz="2000" b="1"/>
          </a:p>
        </p:txBody>
      </p:sp>
      <p:pic>
        <p:nvPicPr>
          <p:cNvPr id="38917" name="Picture 5">
            <a:extLst>
              <a:ext uri="{FF2B5EF4-FFF2-40B4-BE49-F238E27FC236}">
                <a16:creationId xmlns:a16="http://schemas.microsoft.com/office/drawing/2014/main" id="{A844329D-4EF2-FE8B-765C-A036CC2CC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9EAEA9D5-8FC7-4767-7E83-50A093780EB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03288" y="2401888"/>
            <a:ext cx="7566025" cy="3055003"/>
          </a:xfrm>
          <a:prstGeom prst="rect">
            <a:avLst/>
          </a:prstGeom>
          <a:blipFill>
            <a:blip r:embed="rId4"/>
            <a:stretch>
              <a:fillRect l="-645" t="-998" b="-1597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41354852-718C-6215-5597-B72CD43195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30394A96-61AE-33B8-5A31-8F3362CB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829B6C-298E-4259-9391-45C2078EE44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4096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234E677-7826-641E-2CCB-48D4E99AC9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Short-Time Fourier Transform (STFT)</a:t>
            </a:r>
            <a:endParaRPr lang="vi-VN" altLang="en-US" sz="2000" b="1"/>
          </a:p>
        </p:txBody>
      </p:sp>
      <p:pic>
        <p:nvPicPr>
          <p:cNvPr id="40965" name="Picture 5">
            <a:extLst>
              <a:ext uri="{FF2B5EF4-FFF2-40B4-BE49-F238E27FC236}">
                <a16:creationId xmlns:a16="http://schemas.microsoft.com/office/drawing/2014/main" id="{8AF59998-B0E0-2919-6574-D625B9F7A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19044B95-AD10-18E9-89A2-C8B370FC751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03288" y="2401888"/>
            <a:ext cx="7566025" cy="3332002"/>
          </a:xfrm>
          <a:prstGeom prst="rect">
            <a:avLst/>
          </a:prstGeom>
          <a:blipFill>
            <a:blip r:embed="rId4"/>
            <a:stretch>
              <a:fillRect l="-645" t="-914" b="-1280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53CE66F6-331B-0CCA-0BF7-E04FFE9E3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952B8C14-4190-E31E-CDC5-7DDF32D9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52FF69-A26D-4D23-B73F-E5B6958055A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301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6A35F30-A0C3-C3C8-9A69-E2CC82EEE94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Practice</a:t>
            </a:r>
            <a:endParaRPr lang="vi-VN" altLang="en-US" sz="2000" b="1"/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9732AB9D-D0BA-B4CE-2D35-82CDF3818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TextBox 2">
            <a:extLst>
              <a:ext uri="{FF2B5EF4-FFF2-40B4-BE49-F238E27FC236}">
                <a16:creationId xmlns:a16="http://schemas.microsoft.com/office/drawing/2014/main" id="{879CC38A-56E9-0BDC-4227-1EFAD9EAE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197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Objective: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Implement the Short-Time Fourier Transform (STFT) algorithm to analyze the frequency content of a speech signal and visualize the spectrogram.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Requirements</a:t>
            </a: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Python environment with NumPy and SciPy installed.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A speech signal (audio file in WAV format) for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E3A3357A-E4C6-35D0-A647-2C21F3F21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45059" name="Slide Number Placeholder 5">
            <a:extLst>
              <a:ext uri="{FF2B5EF4-FFF2-40B4-BE49-F238E27FC236}">
                <a16:creationId xmlns:a16="http://schemas.microsoft.com/office/drawing/2014/main" id="{021CAA03-D60C-42A9-354A-587D28BB9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9AED6B-20F8-44B5-993D-D5858DF762F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506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16C24B9-5336-92D7-5E4F-7748F5042C5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Practice</a:t>
            </a:r>
            <a:endParaRPr lang="vi-VN" altLang="en-US" sz="2000" b="1"/>
          </a:p>
        </p:txBody>
      </p:sp>
      <p:pic>
        <p:nvPicPr>
          <p:cNvPr id="45061" name="Picture 5">
            <a:extLst>
              <a:ext uri="{FF2B5EF4-FFF2-40B4-BE49-F238E27FC236}">
                <a16:creationId xmlns:a16="http://schemas.microsoft.com/office/drawing/2014/main" id="{8256014B-CA98-A41E-4011-17F19247D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2" name="Picture 2">
            <a:extLst>
              <a:ext uri="{FF2B5EF4-FFF2-40B4-BE49-F238E27FC236}">
                <a16:creationId xmlns:a16="http://schemas.microsoft.com/office/drawing/2014/main" id="{A8BF6CD9-BF6D-FEC6-1173-C3CB81231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9800"/>
            <a:ext cx="334327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3" name="Picture 4">
            <a:extLst>
              <a:ext uri="{FF2B5EF4-FFF2-40B4-BE49-F238E27FC236}">
                <a16:creationId xmlns:a16="http://schemas.microsoft.com/office/drawing/2014/main" id="{DD1A4C31-3B93-0E66-6384-F01E5B378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988" y="2438400"/>
            <a:ext cx="3376612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4" name="TextBox 5">
            <a:extLst>
              <a:ext uri="{FF2B5EF4-FFF2-40B4-BE49-F238E27FC236}">
                <a16:creationId xmlns:a16="http://schemas.microsoft.com/office/drawing/2014/main" id="{BA9E376E-CE1C-E9E9-200C-CCAD8FA31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2051050"/>
            <a:ext cx="1047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Example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2F5D4922-218D-9B2B-30F1-BD3A029086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6AC8D1C7-74AF-080C-D9C8-A25A65C1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FA5747-DC37-4784-8F87-B4DE3FAF475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710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1296700-B542-3CB7-3FF0-4895E30268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Solutions</a:t>
            </a:r>
            <a:endParaRPr lang="vi-VN" altLang="en-US" sz="2000" b="1"/>
          </a:p>
        </p:txBody>
      </p:sp>
      <p:pic>
        <p:nvPicPr>
          <p:cNvPr id="47109" name="Picture 5">
            <a:extLst>
              <a:ext uri="{FF2B5EF4-FFF2-40B4-BE49-F238E27FC236}">
                <a16:creationId xmlns:a16="http://schemas.microsoft.com/office/drawing/2014/main" id="{BFE03FB0-7771-6451-ED5C-1F757D671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3">
            <a:extLst>
              <a:ext uri="{FF2B5EF4-FFF2-40B4-BE49-F238E27FC236}">
                <a16:creationId xmlns:a16="http://schemas.microsoft.com/office/drawing/2014/main" id="{20F42053-F94A-97C9-EE54-778EC76BC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2209800"/>
            <a:ext cx="7178675" cy="356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27E095A-69F0-7A2F-A529-C7D57B4DD4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Acoustic Phonetics</a:t>
            </a:r>
          </a:p>
        </p:txBody>
      </p:sp>
      <p:pic>
        <p:nvPicPr>
          <p:cNvPr id="49155" name="Picture 3">
            <a:extLst>
              <a:ext uri="{FF2B5EF4-FFF2-40B4-BE49-F238E27FC236}">
                <a16:creationId xmlns:a16="http://schemas.microsoft.com/office/drawing/2014/main" id="{C13F7AAD-CA33-D9F6-992C-386A3260E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F4E51F63-5D33-6133-D3E5-205A02A8AB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Acoustic Phonetics</a:t>
            </a:r>
          </a:p>
        </p:txBody>
      </p:sp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A4CC5960-6097-C15E-881C-830EBE8C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B38843-EB2B-4033-8A4E-08EC7054ED3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5120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E4466B3-BCFA-B3BB-0780-8F493E752EF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51205" name="Picture 5">
            <a:extLst>
              <a:ext uri="{FF2B5EF4-FFF2-40B4-BE49-F238E27FC236}">
                <a16:creationId xmlns:a16="http://schemas.microsoft.com/office/drawing/2014/main" id="{B69365DB-83FB-F473-EEAA-10719F6FA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6" name="TextBox 2">
            <a:extLst>
              <a:ext uri="{FF2B5EF4-FFF2-40B4-BE49-F238E27FC236}">
                <a16:creationId xmlns:a16="http://schemas.microsoft.com/office/drawing/2014/main" id="{365C7B76-2850-C720-7866-6FD7C70D9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Acoustic Phonetics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Acoustic phonetics deals with the physical properties of speech sounds, particularly how they are produced, transmitted, and perceived as acoustic signals.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Importance of Acoustic Analysis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Acoustic analysis helps us understand the relationship between articulatory movements (how speech sounds are produced) and the resulting </a:t>
            </a:r>
            <a:r>
              <a:rPr lang="en-US" altLang="en-US" sz="1400"/>
              <a:t>acoustic properties (how they sound).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DE27BB83-A2C3-8450-58C1-436669E3B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Acoustic Phonetics</a:t>
            </a:r>
          </a:p>
        </p:txBody>
      </p:sp>
      <p:sp>
        <p:nvSpPr>
          <p:cNvPr id="53251" name="Slide Number Placeholder 5">
            <a:extLst>
              <a:ext uri="{FF2B5EF4-FFF2-40B4-BE49-F238E27FC236}">
                <a16:creationId xmlns:a16="http://schemas.microsoft.com/office/drawing/2014/main" id="{5CD97A1B-99E4-3160-A880-7DC6B2D7D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DD3F20-3FC9-4E79-A3F3-96884A18672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5325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CE947BB-FCA6-AFBD-CCD9-2BC3F9F9CCB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Acoustic Properties of Speech Sounds</a:t>
            </a:r>
            <a:endParaRPr lang="vi-VN" altLang="en-US" sz="2000" b="1"/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C6785854-EA4C-33E8-39CD-E5C301AA5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TextBox 2">
            <a:extLst>
              <a:ext uri="{FF2B5EF4-FFF2-40B4-BE49-F238E27FC236}">
                <a16:creationId xmlns:a16="http://schemas.microsoft.com/office/drawing/2014/main" id="{8DB61003-9B09-D917-4A67-B46054A4D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Fundamental Frequency (F0):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The fundamental frequency represents the rate of vibration of the vocal folds and is perceived as pitch. It is measured in hertz (Hz).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Formants (F1, F2, F3)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Formants are resonant frequencies of the vocal tract that characterize different vowel sounds. They are crucial for vowel perception and are measured in Hz.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Spectral Characteristics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Speech sounds exhibit specific spectral patterns (spectra) due to the resonance frequencies of the vocal tract, which encode information about consonants and vowels.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CB485DF7-16A1-6943-D85D-F04DB9331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Acoustic Phonetics</a:t>
            </a:r>
          </a:p>
        </p:txBody>
      </p:sp>
      <p:sp>
        <p:nvSpPr>
          <p:cNvPr id="55299" name="Slide Number Placeholder 5">
            <a:extLst>
              <a:ext uri="{FF2B5EF4-FFF2-40B4-BE49-F238E27FC236}">
                <a16:creationId xmlns:a16="http://schemas.microsoft.com/office/drawing/2014/main" id="{6D04F512-B5A6-5F69-B9BB-86C2DC9E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4042E0-044D-40D1-8164-6E370814359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5530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9EAB5CF-6B62-2F2E-B23C-D4E36634088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Measurement Techniques in Acoustic Phonetics</a:t>
            </a:r>
            <a:endParaRPr lang="vi-VN" altLang="en-US" sz="2000" b="1"/>
          </a:p>
        </p:txBody>
      </p:sp>
      <p:pic>
        <p:nvPicPr>
          <p:cNvPr id="55301" name="Picture 5">
            <a:extLst>
              <a:ext uri="{FF2B5EF4-FFF2-40B4-BE49-F238E27FC236}">
                <a16:creationId xmlns:a16="http://schemas.microsoft.com/office/drawing/2014/main" id="{E08E414B-1569-21BF-E997-7AE390F4F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94389FD1-0CD6-DE88-91AC-3CD6CCABE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Waveform Analysis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Waveform analysis involves visualizing speech signals in the time domain, showing amplitude variations over time.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Spectrogram Analysis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Spectrograms display speech signals in the time-frequency domain, revealing how energy is distributed across different frequencies over time.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Pitch and Formant Analysis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Pitch can be estimated by analyzing the fundamental frequency, while formants are identified through spectral analysis techniques.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237B12D-8CF0-80E4-6494-E59AB58C6A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Acoustic Phonetics</a:t>
            </a:r>
          </a:p>
        </p:txBody>
      </p:sp>
      <p:sp>
        <p:nvSpPr>
          <p:cNvPr id="57347" name="Slide Number Placeholder 5">
            <a:extLst>
              <a:ext uri="{FF2B5EF4-FFF2-40B4-BE49-F238E27FC236}">
                <a16:creationId xmlns:a16="http://schemas.microsoft.com/office/drawing/2014/main" id="{F456134E-913C-FFDF-FD04-A309F8B17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820DDC-F220-49D7-B0CF-E0B421FF2F3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5734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AF70D8A-5C2F-C1CC-FBD6-DBED4A0ECE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Acoustic Analysis of Vowels</a:t>
            </a:r>
            <a:endParaRPr lang="vi-VN" altLang="en-US" sz="2000" b="1"/>
          </a:p>
        </p:txBody>
      </p:sp>
      <p:pic>
        <p:nvPicPr>
          <p:cNvPr id="57349" name="Picture 5">
            <a:extLst>
              <a:ext uri="{FF2B5EF4-FFF2-40B4-BE49-F238E27FC236}">
                <a16:creationId xmlns:a16="http://schemas.microsoft.com/office/drawing/2014/main" id="{4523237B-8F2E-1E80-D8E6-75EE6220C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0" name="TextBox 2">
            <a:extLst>
              <a:ext uri="{FF2B5EF4-FFF2-40B4-BE49-F238E27FC236}">
                <a16:creationId xmlns:a16="http://schemas.microsoft.com/office/drawing/2014/main" id="{E23C26ED-FF14-D7A8-A126-B76C34D9C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Vowel Acoustics: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Distinct patterns of formant frequencies characterize vowels. For example: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High front vowel (/i/) typically has high F1 and F2 frequencies.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Low back vowel (/a/) exhibits lower F1 and higher F2 frequencies.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Display spectrograms and corresponding formant tracks of vowel sounds to illustrate their acoustic properties.</a:t>
            </a:r>
            <a:endParaRPr lang="en-US" altLang="en-US"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3D0D6B06-B26C-EB67-06A3-E5B645923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Acoustic Phonetics</a:t>
            </a:r>
          </a:p>
        </p:txBody>
      </p:sp>
      <p:sp>
        <p:nvSpPr>
          <p:cNvPr id="59395" name="Slide Number Placeholder 5">
            <a:extLst>
              <a:ext uri="{FF2B5EF4-FFF2-40B4-BE49-F238E27FC236}">
                <a16:creationId xmlns:a16="http://schemas.microsoft.com/office/drawing/2014/main" id="{CB41F20D-43E9-D0CF-2494-16784247F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CC10A0-BEDB-42D9-9858-5AAE96F8EC6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5939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3EC7C31-EACC-B26D-E4CC-BE79DD99A89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Acoustic Analysis of Consonants</a:t>
            </a:r>
            <a:endParaRPr lang="vi-VN" altLang="en-US" sz="2000" b="1"/>
          </a:p>
        </p:txBody>
      </p:sp>
      <p:pic>
        <p:nvPicPr>
          <p:cNvPr id="59397" name="Picture 5">
            <a:extLst>
              <a:ext uri="{FF2B5EF4-FFF2-40B4-BE49-F238E27FC236}">
                <a16:creationId xmlns:a16="http://schemas.microsoft.com/office/drawing/2014/main" id="{BE49B1DF-9C2C-833B-6837-7C5E39523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TextBox 2">
            <a:extLst>
              <a:ext uri="{FF2B5EF4-FFF2-40B4-BE49-F238E27FC236}">
                <a16:creationId xmlns:a16="http://schemas.microsoft.com/office/drawing/2014/main" id="{67FF755C-DA0F-6658-D071-92F9A2844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7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Consonant Acoustics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Consonants are distinguished by specific acoustic cues related to place and manner of articulation: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Place of articulation: Changes in the frequency spectrum due to constriction location (e.g., /p/ vs. /t/ vs. /k/).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Manner of articulation: Variations in the temporal and spectral charac</a:t>
            </a:r>
            <a:r>
              <a:rPr lang="en-US" altLang="en-US" sz="1400"/>
              <a:t>teristics (e.g., stops, fricatives, nasals).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Show spectrograms highlighting different acoustic features of consonant sounds.</a:t>
            </a:r>
            <a:endParaRPr lang="en-US" altLang="en-US"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9F03C9D1-1120-760B-55D8-6E46BE1E2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Acoustic Phonetics</a:t>
            </a:r>
          </a:p>
        </p:txBody>
      </p:sp>
      <p:sp>
        <p:nvSpPr>
          <p:cNvPr id="61443" name="Slide Number Placeholder 5">
            <a:extLst>
              <a:ext uri="{FF2B5EF4-FFF2-40B4-BE49-F238E27FC236}">
                <a16:creationId xmlns:a16="http://schemas.microsoft.com/office/drawing/2014/main" id="{B8F9705E-A3A5-698E-FEBE-DC60C3C40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2F6418-8C3E-45A8-8B9D-6ACEBE14C30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614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A32EEB1-7B49-2B3C-573B-9FFDFA39C11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Future Directions in Acoustic Phonetics</a:t>
            </a:r>
            <a:endParaRPr lang="vi-VN" altLang="en-US" sz="2000" b="1"/>
          </a:p>
        </p:txBody>
      </p:sp>
      <p:pic>
        <p:nvPicPr>
          <p:cNvPr id="61445" name="Picture 5">
            <a:extLst>
              <a:ext uri="{FF2B5EF4-FFF2-40B4-BE49-F238E27FC236}">
                <a16:creationId xmlns:a16="http://schemas.microsoft.com/office/drawing/2014/main" id="{C4059219-6A2F-CC8A-FA90-26605EBD3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6" name="TextBox 2">
            <a:extLst>
              <a:ext uri="{FF2B5EF4-FFF2-40B4-BE49-F238E27FC236}">
                <a16:creationId xmlns:a16="http://schemas.microsoft.com/office/drawing/2014/main" id="{30099D4E-05B9-BBE6-3D2A-FDAC170A3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Advances in Technology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Machine learning and deep learning techniques are transforming acoustic phonetic research, enabling more sophisticated analyses.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Multimodal Approaches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Integration of acoustic data with articulatory and linguistic information for comprehensive phonetic studies.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Research Opportunities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Using advanced acoustic methodologies, explore emerging areas such as cross-linguistic studies, speech synthesis, and neurophonetics.</a:t>
            </a:r>
            <a:endParaRPr lang="en-US" altLang="en-US"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97CEB48C-CAE2-1D5B-2265-80669973380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Distinctive Features of The Phonemes English</a:t>
            </a:r>
          </a:p>
        </p:txBody>
      </p:sp>
      <p:pic>
        <p:nvPicPr>
          <p:cNvPr id="63491" name="Picture 3">
            <a:extLst>
              <a:ext uri="{FF2B5EF4-FFF2-40B4-BE49-F238E27FC236}">
                <a16:creationId xmlns:a16="http://schemas.microsoft.com/office/drawing/2014/main" id="{332FE55E-697E-6754-DBF4-2D73C2912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C096093C-9A51-BAB8-FAC6-27A6B75DC4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65539" name="Slide Number Placeholder 5">
            <a:extLst>
              <a:ext uri="{FF2B5EF4-FFF2-40B4-BE49-F238E27FC236}">
                <a16:creationId xmlns:a16="http://schemas.microsoft.com/office/drawing/2014/main" id="{1075C9C9-CFFC-60D6-C90B-005BA5B99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B73A69-16D9-4A1B-815E-0A55C74ED60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655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1CDB202-BAE3-9B10-A347-516ED4D9088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65541" name="Picture 5">
            <a:extLst>
              <a:ext uri="{FF2B5EF4-FFF2-40B4-BE49-F238E27FC236}">
                <a16:creationId xmlns:a16="http://schemas.microsoft.com/office/drawing/2014/main" id="{22CF958B-6117-0ED4-33D9-CF0E19013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TextBox 2">
            <a:extLst>
              <a:ext uri="{FF2B5EF4-FFF2-40B4-BE49-F238E27FC236}">
                <a16:creationId xmlns:a16="http://schemas.microsoft.com/office/drawing/2014/main" id="{1DDB7DD9-6058-B4BA-0356-F29E4F609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616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/>
              <a:t>Definition of Distinctive Features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Distinctive features are specific properties or attributes of speech sounds that contrast phonemes in a language.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These features are crucial in phonological analysis and distinguishing between minimal pairs.</a:t>
            </a:r>
          </a:p>
          <a:p>
            <a:pPr lvl="1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60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/>
              <a:t>Role in Phonology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Understanding distinctive features helps explain sound alternation, assimilation, and dissimilation patterns in phonological processes.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D2509229-9FE0-A71B-0ABE-E3DCB017B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67587" name="Slide Number Placeholder 5">
            <a:extLst>
              <a:ext uri="{FF2B5EF4-FFF2-40B4-BE49-F238E27FC236}">
                <a16:creationId xmlns:a16="http://schemas.microsoft.com/office/drawing/2014/main" id="{32971F0A-2150-82E8-9726-E94D4E0EC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3CE8AE-E518-461E-849A-C2C7042BAEB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6758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36BF365-E651-B1E5-2B92-96C7864C548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Voicing</a:t>
            </a:r>
            <a:endParaRPr lang="vi-VN" altLang="en-US" sz="2000" b="1"/>
          </a:p>
        </p:txBody>
      </p:sp>
      <p:pic>
        <p:nvPicPr>
          <p:cNvPr id="67589" name="Picture 5">
            <a:extLst>
              <a:ext uri="{FF2B5EF4-FFF2-40B4-BE49-F238E27FC236}">
                <a16:creationId xmlns:a16="http://schemas.microsoft.com/office/drawing/2014/main" id="{1FDC895F-C6BF-E2BF-939B-FEF98280C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0" name="TextBox 2">
            <a:extLst>
              <a:ext uri="{FF2B5EF4-FFF2-40B4-BE49-F238E27FC236}">
                <a16:creationId xmlns:a16="http://schemas.microsoft.com/office/drawing/2014/main" id="{8969403B-1972-8450-2EB4-7FCB22C62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Voicing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Voicing refers to whether the vocal cords are vibrating during the production of a consonant.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contrasts voiced and voiceless consonants, such as /b/ (voiced) vs. /p/ (voiceless) and /z/ (voiced) vs. /s/ (voiceless).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Show spectrograms or waveforms of minimal pairs like "bat" /bæt/ (voiced) and "pat" /pæt/ (voiceless) to illustrate the voicing distinction.</a:t>
            </a:r>
            <a:endParaRPr lang="en-US" altLang="en-US"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FD69226D-2824-16F0-62A2-1FDA8CD5D8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69635" name="Slide Number Placeholder 5">
            <a:extLst>
              <a:ext uri="{FF2B5EF4-FFF2-40B4-BE49-F238E27FC236}">
                <a16:creationId xmlns:a16="http://schemas.microsoft.com/office/drawing/2014/main" id="{66FD2A3B-A9BC-F6EC-37B3-05729AE4A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578D6E-0941-420F-AD1C-186476E572B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696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E77647B-CE54-B840-C0F2-797F4D45731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Place of Articulation</a:t>
            </a:r>
            <a:endParaRPr lang="vi-VN" altLang="en-US" sz="2000" b="1"/>
          </a:p>
        </p:txBody>
      </p:sp>
      <p:pic>
        <p:nvPicPr>
          <p:cNvPr id="69637" name="Picture 5">
            <a:extLst>
              <a:ext uri="{FF2B5EF4-FFF2-40B4-BE49-F238E27FC236}">
                <a16:creationId xmlns:a16="http://schemas.microsoft.com/office/drawing/2014/main" id="{26F7A0DD-5255-CEFD-F9C8-7AB89BD21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8" name="TextBox 2">
            <a:extLst>
              <a:ext uri="{FF2B5EF4-FFF2-40B4-BE49-F238E27FC236}">
                <a16:creationId xmlns:a16="http://schemas.microsoft.com/office/drawing/2014/main" id="{C8D7590B-8B8B-DC77-78E0-AB3D019E9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Place of Articulation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Place of articulation refers to where in the vocal tract the airflow is obstructed to produce a consonant sound.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distinguishes consonants based on their place of articulation, such as bilabial (/p/, /b/), alveolar (/t/, /d/), and velar (/k/, /g/).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Contrast minimal pairs like "pat" /pæt/ (bilabial) and "tat" /tæt/ (alveolar) to highlight the place of articulation differences.</a:t>
            </a:r>
            <a:endParaRPr lang="en-US" altLang="en-US"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80A5911F-A1A1-53F2-EA6E-2ABB7C1AA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71683" name="Slide Number Placeholder 5">
            <a:extLst>
              <a:ext uri="{FF2B5EF4-FFF2-40B4-BE49-F238E27FC236}">
                <a16:creationId xmlns:a16="http://schemas.microsoft.com/office/drawing/2014/main" id="{33F18268-440D-324C-A5EE-A0B6F3AC0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8483A2-54EA-4117-A887-3B17AA7A986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716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C03E893-47C9-DDDC-2D20-9DA3F38E61A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Manner of Articulation</a:t>
            </a:r>
            <a:endParaRPr lang="vi-VN" altLang="en-US" sz="2000" b="1"/>
          </a:p>
        </p:txBody>
      </p:sp>
      <p:pic>
        <p:nvPicPr>
          <p:cNvPr id="71685" name="Picture 5">
            <a:extLst>
              <a:ext uri="{FF2B5EF4-FFF2-40B4-BE49-F238E27FC236}">
                <a16:creationId xmlns:a16="http://schemas.microsoft.com/office/drawing/2014/main" id="{66473A47-0969-494D-70DC-1CCBEFAF5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6" name="TextBox 2">
            <a:extLst>
              <a:ext uri="{FF2B5EF4-FFF2-40B4-BE49-F238E27FC236}">
                <a16:creationId xmlns:a16="http://schemas.microsoft.com/office/drawing/2014/main" id="{93FD351C-A929-AA39-FF52-1C7460182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Manner of Articulation: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Manner of articulation refers to how the airflow is modified to produce a consonant sound.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includes stops (/p/, /t/, /k/), fricatives (/f/, /s/, /ʃ/), affricates (/tʃ/, /dʒ/), nasals (/m/, /n/, /ŋ/), and more based on manner of articulation.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Display spectrograms or waveforms of different consonant types (e.g., /p/ as a stop, /s/ as a fricative) to demonstrate manner of articulation.</a:t>
            </a:r>
            <a:endParaRPr lang="en-US" altLang="en-US" sz="1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8658FA36-7B1A-B82B-42D5-2173F0BD7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EBFCAE87-42D0-6499-F64F-F888BB70D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22BEB1-D232-46D2-9512-758B5DA957C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737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135E93B-BE39-BE7E-CCF4-7CAB746E538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Nasality</a:t>
            </a:r>
            <a:endParaRPr lang="vi-VN" altLang="en-US" sz="2000" b="1"/>
          </a:p>
        </p:txBody>
      </p:sp>
      <p:pic>
        <p:nvPicPr>
          <p:cNvPr id="73733" name="Picture 5">
            <a:extLst>
              <a:ext uri="{FF2B5EF4-FFF2-40B4-BE49-F238E27FC236}">
                <a16:creationId xmlns:a16="http://schemas.microsoft.com/office/drawing/2014/main" id="{61468260-94FD-D5A7-A336-56BA6E95B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4" name="TextBox 2">
            <a:extLst>
              <a:ext uri="{FF2B5EF4-FFF2-40B4-BE49-F238E27FC236}">
                <a16:creationId xmlns:a16="http://schemas.microsoft.com/office/drawing/2014/main" id="{861E9767-D82A-0811-A450-C0A64E375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Nasality: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Nasality refers to whether the airflow is directed through the nasal cavity (nasal sounds) or solely through the oral cavity (oral sounds).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contrasts nasal consonants (/m/, /n/, /ŋ/) with their oral counterparts.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Show spectrograms or waveforms of words containing nasal sounds (e.g., "man" /mæn/) and contrast them with oral sounds (e.g., "pan" /pæn/).</a:t>
            </a:r>
            <a:endParaRPr lang="en-US" altLang="en-US" sz="1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FBB411A9-B753-8482-FDDF-6B14F28C05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75779" name="Slide Number Placeholder 5">
            <a:extLst>
              <a:ext uri="{FF2B5EF4-FFF2-40B4-BE49-F238E27FC236}">
                <a16:creationId xmlns:a16="http://schemas.microsoft.com/office/drawing/2014/main" id="{A4F6D22F-9436-4358-F90C-192160FA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67F76B-12BD-419B-9064-AAEB330E55B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7578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79BC01B-1466-252F-4D3C-9422D289025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Vowel Height</a:t>
            </a:r>
            <a:endParaRPr lang="vi-VN" altLang="en-US" sz="2000" b="1"/>
          </a:p>
        </p:txBody>
      </p:sp>
      <p:pic>
        <p:nvPicPr>
          <p:cNvPr id="75781" name="Picture 5">
            <a:extLst>
              <a:ext uri="{FF2B5EF4-FFF2-40B4-BE49-F238E27FC236}">
                <a16:creationId xmlns:a16="http://schemas.microsoft.com/office/drawing/2014/main" id="{8CF5D0F2-EBB0-2539-FE72-DD04D6C0B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2" name="TextBox 2">
            <a:extLst>
              <a:ext uri="{FF2B5EF4-FFF2-40B4-BE49-F238E27FC236}">
                <a16:creationId xmlns:a16="http://schemas.microsoft.com/office/drawing/2014/main" id="{61A4722B-4155-F375-7084-0C2E0B5FC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Vowel Height: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Vowel height refers to the position of the tongue in the mouth relative to the palate when producing a vowel.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vowels can be high (/i/, /u/), mid (/ɛ/, /ʌ/), or low (/æ/, /ɑ/) based on vowel height.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Compare spectrograms or vowel diagrams of high (/i/ in "see"), mid (/ʌ/ in "but"), and low (/ɑ/ in "father") vowels to illustrate vowel height distinctions.</a:t>
            </a:r>
            <a:endParaRPr lang="en-US" altLang="en-US"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11B7336C-91F4-9734-5146-AD40D9756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EC25BD06-DFCC-F0BA-E588-E87A00AE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243A56-B2A9-489E-9BE3-6CAB5C81B32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C34FFB5-40E8-F0D2-CD9D-5A546933251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Vowel Backness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83088D4E-F312-A614-374A-06B1614E47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2">
            <a:extLst>
              <a:ext uri="{FF2B5EF4-FFF2-40B4-BE49-F238E27FC236}">
                <a16:creationId xmlns:a16="http://schemas.microsoft.com/office/drawing/2014/main" id="{410A2868-EDF6-3F6D-684B-D18BF640F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Vowel Backness: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Vowel backness refers to the tongue’s position in the mouth along the front-back axis when producing a vowel.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vowels can be front (/i/, /ɛ/), central (/ʌ/, /ə/), or back (/u/, /ɔ/) based on vowel backness.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To illustrate vowel backness distinctions, show spectrograms or vowel diagrams of the front (/i/ in "see"), central (/ʌ/ in "but"), and back (/ɔ/ in "thought") vowels.</a:t>
            </a:r>
            <a:endParaRPr lang="en-US" altLang="en-US"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C731DE08-29BD-B746-F49E-919D450C6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79875" name="Slide Number Placeholder 5">
            <a:extLst>
              <a:ext uri="{FF2B5EF4-FFF2-40B4-BE49-F238E27FC236}">
                <a16:creationId xmlns:a16="http://schemas.microsoft.com/office/drawing/2014/main" id="{6140A74E-600E-4B70-E925-5DB5E45F0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15B15B-5FBF-449F-8847-662ED02D3C3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7987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3B07EAD-D380-CB6E-D008-9EB9107BA6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Rhoticity</a:t>
            </a:r>
            <a:endParaRPr lang="vi-VN" altLang="en-US" sz="2000" b="1"/>
          </a:p>
        </p:txBody>
      </p:sp>
      <p:pic>
        <p:nvPicPr>
          <p:cNvPr id="79877" name="Picture 5">
            <a:extLst>
              <a:ext uri="{FF2B5EF4-FFF2-40B4-BE49-F238E27FC236}">
                <a16:creationId xmlns:a16="http://schemas.microsoft.com/office/drawing/2014/main" id="{3F1D6A65-69D1-CAE0-13AE-A242A195F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8" name="TextBox 2">
            <a:extLst>
              <a:ext uri="{FF2B5EF4-FFF2-40B4-BE49-F238E27FC236}">
                <a16:creationId xmlns:a16="http://schemas.microsoft.com/office/drawing/2014/main" id="{240AEB00-5D6F-F993-A33F-299A99FA3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Rhoticity: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Rhoticity refers to the presence or absence of the rhotic consonant /r/ in the pronunciation of vowels.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dialects vary in rhoticity, where the pronunciation of vowels can differ significantly depending on the presence or absence of /r/.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Contrast American English "car" /kɑr/ (rhotic) with British English "car" /kɑː/ (non-rhotic) to demonstrate rhoticity differences.</a:t>
            </a:r>
            <a:endParaRPr lang="en-US" altLang="en-US"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A816A3FF-604B-537F-9981-AADD2C52B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81923" name="Slide Number Placeholder 6">
            <a:extLst>
              <a:ext uri="{FF2B5EF4-FFF2-40B4-BE49-F238E27FC236}">
                <a16:creationId xmlns:a16="http://schemas.microsoft.com/office/drawing/2014/main" id="{71276000-86EC-7B98-1562-7D4AA681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8EBB8B-3420-4A35-B85D-2F45D16851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/>
          </a:p>
        </p:txBody>
      </p:sp>
      <p:pic>
        <p:nvPicPr>
          <p:cNvPr id="81924" name="Picture 3">
            <a:extLst>
              <a:ext uri="{FF2B5EF4-FFF2-40B4-BE49-F238E27FC236}">
                <a16:creationId xmlns:a16="http://schemas.microsoft.com/office/drawing/2014/main" id="{B871D98B-BE7E-1BE7-37F6-68235D274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4392</TotalTime>
  <Words>2067</Words>
  <Application>Microsoft Office PowerPoint</Application>
  <PresentationFormat>On-screen Show (4:3)</PresentationFormat>
  <Paragraphs>357</Paragraphs>
  <Slides>39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Tahoma</vt:lpstr>
      <vt:lpstr>MS PGothic</vt:lpstr>
      <vt:lpstr>Arial</vt:lpstr>
      <vt:lpstr>Wingdings</vt:lpstr>
      <vt:lpstr>Times New Roman</vt:lpstr>
      <vt:lpstr>Blueprint</vt:lpstr>
      <vt:lpstr>Human Speech Production</vt:lpstr>
      <vt:lpstr>Contents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Short-Time Fourier Representation of Speech</vt:lpstr>
      <vt:lpstr>Short-Time Fourier Representation of Speech</vt:lpstr>
      <vt:lpstr>Short-Time Fourier Representation of Speech</vt:lpstr>
      <vt:lpstr>Short-Time Fourier Representation of Speech</vt:lpstr>
      <vt:lpstr>Short-Time Fourier Representation of Speech</vt:lpstr>
      <vt:lpstr>Short-Time Fourier Representation of Speech</vt:lpstr>
      <vt:lpstr>Short-Time Fourier Representation of Speech</vt:lpstr>
      <vt:lpstr>Short-Time Fourier Representation of Speech</vt:lpstr>
      <vt:lpstr>Acoustic Phonetics</vt:lpstr>
      <vt:lpstr>Acoustic Phonetics</vt:lpstr>
      <vt:lpstr>Acoustic Phonetics</vt:lpstr>
      <vt:lpstr>Acoustic Phonetics</vt:lpstr>
      <vt:lpstr>Acoustic Phonetics</vt:lpstr>
      <vt:lpstr>Acoustic Phonetics</vt:lpstr>
      <vt:lpstr>Acoustic Phonetics</vt:lpstr>
      <vt:lpstr>Distinctive Features of The Phonemes English</vt:lpstr>
      <vt:lpstr>Distinctive Features of The Phonemes English</vt:lpstr>
      <vt:lpstr>Distinctive Features of The Phonemes English</vt:lpstr>
      <vt:lpstr>Distinctive Features of The Phonemes English</vt:lpstr>
      <vt:lpstr>Distinctive Features of The Phonemes English</vt:lpstr>
      <vt:lpstr>Distinctive Features of The Phonemes English</vt:lpstr>
      <vt:lpstr>Distinctive Features of The Phonemes English</vt:lpstr>
      <vt:lpstr>Distinctive Features of The Phonemes English</vt:lpstr>
      <vt:lpstr>Distinctive Features of The Phonemes English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Vuong Nguyen Luong</cp:lastModifiedBy>
  <cp:revision>190</cp:revision>
  <dcterms:created xsi:type="dcterms:W3CDTF">2022-10-28T07:26:15Z</dcterms:created>
  <dcterms:modified xsi:type="dcterms:W3CDTF">2024-08-29T08:57:28Z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