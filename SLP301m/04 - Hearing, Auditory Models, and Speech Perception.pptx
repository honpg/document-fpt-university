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28"/>
  </p:notesMasterIdLst>
  <p:handoutMasterIdLst>
    <p:handoutMasterId r:id="rId29"/>
  </p:handoutMasterIdLst>
  <p:sldIdLst>
    <p:sldId id="256" r:id="rId2"/>
    <p:sldId id="363" r:id="rId3"/>
    <p:sldId id="376" r:id="rId4"/>
    <p:sldId id="439" r:id="rId5"/>
    <p:sldId id="440" r:id="rId6"/>
    <p:sldId id="441" r:id="rId7"/>
    <p:sldId id="425" r:id="rId8"/>
    <p:sldId id="442" r:id="rId9"/>
    <p:sldId id="444" r:id="rId10"/>
    <p:sldId id="446" r:id="rId11"/>
    <p:sldId id="445" r:id="rId12"/>
    <p:sldId id="447" r:id="rId13"/>
    <p:sldId id="448" r:id="rId14"/>
    <p:sldId id="449" r:id="rId15"/>
    <p:sldId id="450" r:id="rId16"/>
    <p:sldId id="451" r:id="rId17"/>
    <p:sldId id="426" r:id="rId18"/>
    <p:sldId id="452" r:id="rId19"/>
    <p:sldId id="453" r:id="rId20"/>
    <p:sldId id="454" r:id="rId21"/>
    <p:sldId id="455" r:id="rId22"/>
    <p:sldId id="456" r:id="rId23"/>
    <p:sldId id="457" r:id="rId24"/>
    <p:sldId id="458" r:id="rId25"/>
    <p:sldId id="459" r:id="rId26"/>
    <p:sldId id="347" r:id="rId27"/>
  </p:sldIdLst>
  <p:sldSz cx="9144000" cy="6858000" type="screen4x3"/>
  <p:notesSz cx="7302500" cy="95885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1B2B"/>
    <a:srgbClr val="F8F0D0"/>
    <a:srgbClr val="F2E4AA"/>
    <a:srgbClr val="000000"/>
    <a:srgbClr val="E4BB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79"/>
    <p:restoredTop sz="94751"/>
  </p:normalViewPr>
  <p:slideViewPr>
    <p:cSldViewPr>
      <p:cViewPr varScale="1">
        <p:scale>
          <a:sx n="68" d="100"/>
          <a:sy n="68" d="100"/>
        </p:scale>
        <p:origin x="714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08A41602-EFA7-975E-CAB7-799C51B5D10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>
            <a:lvl1pPr defTabSz="965200" eaLnBrk="1" hangingPunct="1">
              <a:defRPr sz="13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64A1C5E5-7802-A3E6-BAD1-3B4B2A153422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38613" y="0"/>
            <a:ext cx="316388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>
            <a:lvl1pPr algn="r" defTabSz="965200" eaLnBrk="1" hangingPunct="1">
              <a:defRPr sz="13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5364" name="Rectangle 4">
            <a:extLst>
              <a:ext uri="{FF2B5EF4-FFF2-40B4-BE49-F238E27FC236}">
                <a16:creationId xmlns:a16="http://schemas.microsoft.com/office/drawing/2014/main" id="{20B58820-95B3-4323-C7A7-EC10C0F4750F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09075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b" anchorCtr="0" compatLnSpc="1">
            <a:prstTxWarp prst="textNoShape">
              <a:avLst/>
            </a:prstTxWarp>
          </a:bodyPr>
          <a:lstStyle>
            <a:lvl1pPr defTabSz="965200" eaLnBrk="1" hangingPunct="1">
              <a:defRPr sz="13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5365" name="Rectangle 5">
            <a:extLst>
              <a:ext uri="{FF2B5EF4-FFF2-40B4-BE49-F238E27FC236}">
                <a16:creationId xmlns:a16="http://schemas.microsoft.com/office/drawing/2014/main" id="{60EA1452-4E5D-E912-4E77-E06702922982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38613" y="9109075"/>
            <a:ext cx="316388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b" anchorCtr="0" compatLnSpc="1">
            <a:prstTxWarp prst="textNoShape">
              <a:avLst/>
            </a:prstTxWarp>
          </a:bodyPr>
          <a:lstStyle>
            <a:lvl1pPr algn="r" defTabSz="965200" eaLnBrk="1" hangingPunct="1">
              <a:defRPr sz="1300"/>
            </a:lvl1pPr>
          </a:lstStyle>
          <a:p>
            <a:pPr>
              <a:defRPr/>
            </a:pPr>
            <a:fld id="{218401F3-8817-4FEB-A4E0-ECE929DF3CB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504C417-FAAF-9C82-A461-4484334792A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>
            <a:lvl1pPr defTabSz="965200" eaLnBrk="1" hangingPunct="1">
              <a:defRPr sz="13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ED3F969-BF87-F500-01AF-584D19B84D8E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138613" y="0"/>
            <a:ext cx="316388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>
            <a:lvl1pPr algn="r" defTabSz="965200" eaLnBrk="1" hangingPunct="1">
              <a:defRPr sz="13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CC7D83E3-E344-D62F-66DC-45FE8247AA70}"/>
              </a:ext>
            </a:extLst>
          </p:cNvPr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255713" y="720725"/>
            <a:ext cx="4792662" cy="3594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A444739-015D-249A-6975-C306B2EB7D8F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3138" y="4554538"/>
            <a:ext cx="5356225" cy="4313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61BCE09-AC7E-DB87-BAF9-C8521D6F19A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09075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b" anchorCtr="0" compatLnSpc="1">
            <a:prstTxWarp prst="textNoShape">
              <a:avLst/>
            </a:prstTxWarp>
          </a:bodyPr>
          <a:lstStyle>
            <a:lvl1pPr defTabSz="965200" eaLnBrk="1" hangingPunct="1">
              <a:defRPr sz="13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F0118344-E4BA-AE76-69C1-EE1ABDEA446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38613" y="9109075"/>
            <a:ext cx="316388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b" anchorCtr="0" compatLnSpc="1">
            <a:prstTxWarp prst="textNoShape">
              <a:avLst/>
            </a:prstTxWarp>
          </a:bodyPr>
          <a:lstStyle>
            <a:lvl1pPr algn="r" defTabSz="965200" eaLnBrk="1" hangingPunct="1">
              <a:defRPr sz="1300"/>
            </a:lvl1pPr>
          </a:lstStyle>
          <a:p>
            <a:pPr>
              <a:defRPr/>
            </a:pPr>
            <a:fld id="{6B88A8E2-F9A2-41A6-A139-5F343F5A117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>
            <a:extLst>
              <a:ext uri="{FF2B5EF4-FFF2-40B4-BE49-F238E27FC236}">
                <a16:creationId xmlns:a16="http://schemas.microsoft.com/office/drawing/2014/main" id="{6D52A6C9-301A-E6FE-E0A9-A7C6630053F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Notes Placeholder 2">
            <a:extLst>
              <a:ext uri="{FF2B5EF4-FFF2-40B4-BE49-F238E27FC236}">
                <a16:creationId xmlns:a16="http://schemas.microsoft.com/office/drawing/2014/main" id="{56D47E69-1E86-5C7C-F66F-E82741D684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95BBC6A3-C332-3878-99FD-237CF35736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D70B431-E7B7-4E58-B3B9-671E1A960C6B}" type="slidenum">
              <a:rPr lang="en-US" altLang="en-US" sz="1300" smtClean="0"/>
              <a:pPr/>
              <a:t>1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Image Placeholder 1">
            <a:extLst>
              <a:ext uri="{FF2B5EF4-FFF2-40B4-BE49-F238E27FC236}">
                <a16:creationId xmlns:a16="http://schemas.microsoft.com/office/drawing/2014/main" id="{D0B18058-791C-F689-75C0-5882F5592BD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9" name="Notes Placeholder 2">
            <a:extLst>
              <a:ext uri="{FF2B5EF4-FFF2-40B4-BE49-F238E27FC236}">
                <a16:creationId xmlns:a16="http://schemas.microsoft.com/office/drawing/2014/main" id="{625C056D-DE5D-F331-71E5-C498DE70E5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9220" name="Slide Number Placeholder 3">
            <a:extLst>
              <a:ext uri="{FF2B5EF4-FFF2-40B4-BE49-F238E27FC236}">
                <a16:creationId xmlns:a16="http://schemas.microsoft.com/office/drawing/2014/main" id="{5318D6D6-2767-3025-EFCC-B0C85F8A95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2C191FE-10AD-4E2E-B022-04832B54E6E0}" type="slidenum">
              <a:rPr lang="en-US" altLang="en-US" sz="1300" smtClean="0"/>
              <a:pPr/>
              <a:t>3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Image Placeholder 1">
            <a:extLst>
              <a:ext uri="{FF2B5EF4-FFF2-40B4-BE49-F238E27FC236}">
                <a16:creationId xmlns:a16="http://schemas.microsoft.com/office/drawing/2014/main" id="{6A45C411-928D-FA32-E34D-4C1913878E3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7" name="Notes Placeholder 2">
            <a:extLst>
              <a:ext uri="{FF2B5EF4-FFF2-40B4-BE49-F238E27FC236}">
                <a16:creationId xmlns:a16="http://schemas.microsoft.com/office/drawing/2014/main" id="{EF5794B3-9983-043F-00D9-A3D70D5D1E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1268" name="Slide Number Placeholder 3">
            <a:extLst>
              <a:ext uri="{FF2B5EF4-FFF2-40B4-BE49-F238E27FC236}">
                <a16:creationId xmlns:a16="http://schemas.microsoft.com/office/drawing/2014/main" id="{41CF5B0D-1D7F-874D-939A-6F47D1DCC3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C1C9CF5-9C66-41B1-A4E1-3EDBBC6780D5}" type="slidenum">
              <a:rPr lang="en-US" altLang="en-US" sz="1300" smtClean="0"/>
              <a:pPr/>
              <a:t>4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Image Placeholder 1">
            <a:extLst>
              <a:ext uri="{FF2B5EF4-FFF2-40B4-BE49-F238E27FC236}">
                <a16:creationId xmlns:a16="http://schemas.microsoft.com/office/drawing/2014/main" id="{245B2F58-0167-5E05-B46D-3628279246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Notes Placeholder 2">
            <a:extLst>
              <a:ext uri="{FF2B5EF4-FFF2-40B4-BE49-F238E27FC236}">
                <a16:creationId xmlns:a16="http://schemas.microsoft.com/office/drawing/2014/main" id="{BB971524-86E6-B5D1-573E-005B046D20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3316" name="Slide Number Placeholder 3">
            <a:extLst>
              <a:ext uri="{FF2B5EF4-FFF2-40B4-BE49-F238E27FC236}">
                <a16:creationId xmlns:a16="http://schemas.microsoft.com/office/drawing/2014/main" id="{D695D5C1-D0AE-D9E9-3C04-EC583DB6A8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2DF0417-D2C9-4F6D-A7A5-A3A893739015}" type="slidenum">
              <a:rPr lang="en-US" altLang="en-US" sz="1300" smtClean="0"/>
              <a:pPr/>
              <a:t>5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454CB569-243E-790B-6148-9C52F3F7428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9CFD4138-E83C-478C-59E1-B16D3405F7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5364" name="Slide Number Placeholder 3">
            <a:extLst>
              <a:ext uri="{FF2B5EF4-FFF2-40B4-BE49-F238E27FC236}">
                <a16:creationId xmlns:a16="http://schemas.microsoft.com/office/drawing/2014/main" id="{6CF6DAA5-B3CA-92A9-3F51-37B86012CF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74CB12B-4727-4E9B-8F0C-F0213453854E}" type="slidenum">
              <a:rPr lang="en-US" altLang="en-US" sz="1300" smtClean="0"/>
              <a:pPr/>
              <a:t>6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>
            <a:extLst>
              <a:ext uri="{FF2B5EF4-FFF2-40B4-BE49-F238E27FC236}">
                <a16:creationId xmlns:a16="http://schemas.microsoft.com/office/drawing/2014/main" id="{54886F97-8EBC-68F3-E30C-8A9196749D0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Notes Placeholder 2">
            <a:extLst>
              <a:ext uri="{FF2B5EF4-FFF2-40B4-BE49-F238E27FC236}">
                <a16:creationId xmlns:a16="http://schemas.microsoft.com/office/drawing/2014/main" id="{C972F4D6-8DED-FD94-3AB9-3F0FC25E63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7412" name="Slide Number Placeholder 3">
            <a:extLst>
              <a:ext uri="{FF2B5EF4-FFF2-40B4-BE49-F238E27FC236}">
                <a16:creationId xmlns:a16="http://schemas.microsoft.com/office/drawing/2014/main" id="{75BE42C0-AA89-5BA2-0166-3C66A6CAA9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3E13593-76E0-4017-9D53-4A9452CD661A}" type="slidenum">
              <a:rPr lang="en-US" altLang="en-US" sz="1300" smtClean="0"/>
              <a:pPr/>
              <a:t>7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>
            <a:extLst>
              <a:ext uri="{FF2B5EF4-FFF2-40B4-BE49-F238E27FC236}">
                <a16:creationId xmlns:a16="http://schemas.microsoft.com/office/drawing/2014/main" id="{2C3DDBF7-CB35-788B-C680-8D894C826A8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Notes Placeholder 2">
            <a:extLst>
              <a:ext uri="{FF2B5EF4-FFF2-40B4-BE49-F238E27FC236}">
                <a16:creationId xmlns:a16="http://schemas.microsoft.com/office/drawing/2014/main" id="{33887751-62D7-E482-57D5-046CDAEF0A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9460" name="Slide Number Placeholder 3">
            <a:extLst>
              <a:ext uri="{FF2B5EF4-FFF2-40B4-BE49-F238E27FC236}">
                <a16:creationId xmlns:a16="http://schemas.microsoft.com/office/drawing/2014/main" id="{A0F58898-BD31-26C6-9748-A0BA327634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F10A9C5-D05A-4D89-8A3F-8A6D87013B2B}" type="slidenum">
              <a:rPr lang="en-US" altLang="en-US" sz="1300" smtClean="0"/>
              <a:pPr/>
              <a:t>8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>
            <a:extLst>
              <a:ext uri="{FF2B5EF4-FFF2-40B4-BE49-F238E27FC236}">
                <a16:creationId xmlns:a16="http://schemas.microsoft.com/office/drawing/2014/main" id="{4C818AB2-5BEC-F0C0-428F-9333B45D8F1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Notes Placeholder 2">
            <a:extLst>
              <a:ext uri="{FF2B5EF4-FFF2-40B4-BE49-F238E27FC236}">
                <a16:creationId xmlns:a16="http://schemas.microsoft.com/office/drawing/2014/main" id="{D96DE277-B868-88EF-776C-7F218FA47A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1508" name="Slide Number Placeholder 3">
            <a:extLst>
              <a:ext uri="{FF2B5EF4-FFF2-40B4-BE49-F238E27FC236}">
                <a16:creationId xmlns:a16="http://schemas.microsoft.com/office/drawing/2014/main" id="{A05C2A35-CBD6-647F-B257-EECD7FB172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CF40885-2D39-4D71-81CB-B40BE57217F2}" type="slidenum">
              <a:rPr lang="en-US" altLang="en-US" sz="1300" smtClean="0"/>
              <a:pPr/>
              <a:t>9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Image Placeholder 1">
            <a:extLst>
              <a:ext uri="{FF2B5EF4-FFF2-40B4-BE49-F238E27FC236}">
                <a16:creationId xmlns:a16="http://schemas.microsoft.com/office/drawing/2014/main" id="{90487A8C-1563-76CD-8663-B85F6F562FB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Notes Placeholder 2">
            <a:extLst>
              <a:ext uri="{FF2B5EF4-FFF2-40B4-BE49-F238E27FC236}">
                <a16:creationId xmlns:a16="http://schemas.microsoft.com/office/drawing/2014/main" id="{F7B94B35-347F-6E11-4109-376FEAE9B7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3556" name="Slide Number Placeholder 3">
            <a:extLst>
              <a:ext uri="{FF2B5EF4-FFF2-40B4-BE49-F238E27FC236}">
                <a16:creationId xmlns:a16="http://schemas.microsoft.com/office/drawing/2014/main" id="{F2237EC5-1159-D701-B1E6-47A7AF6A50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2A22ABE-930D-4E99-98AF-13FBEAFF02CD}" type="slidenum">
              <a:rPr lang="en-US" altLang="en-US" sz="1300" smtClean="0"/>
              <a:pPr/>
              <a:t>10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>
            <a:extLst>
              <a:ext uri="{FF2B5EF4-FFF2-40B4-BE49-F238E27FC236}">
                <a16:creationId xmlns:a16="http://schemas.microsoft.com/office/drawing/2014/main" id="{126D0C30-34C0-5C46-F430-E7728374F38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Notes Placeholder 2">
            <a:extLst>
              <a:ext uri="{FF2B5EF4-FFF2-40B4-BE49-F238E27FC236}">
                <a16:creationId xmlns:a16="http://schemas.microsoft.com/office/drawing/2014/main" id="{B9397733-559C-4342-6B7A-67745C9520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5604" name="Slide Number Placeholder 3">
            <a:extLst>
              <a:ext uri="{FF2B5EF4-FFF2-40B4-BE49-F238E27FC236}">
                <a16:creationId xmlns:a16="http://schemas.microsoft.com/office/drawing/2014/main" id="{58D79D0A-164B-AC65-7703-FD82847FB9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89B7C4B-1254-4668-B3EB-1A04E8707EB4}" type="slidenum">
              <a:rPr lang="en-US" altLang="en-US" sz="1300" smtClean="0"/>
              <a:pPr/>
              <a:t>11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>
            <a:extLst>
              <a:ext uri="{FF2B5EF4-FFF2-40B4-BE49-F238E27FC236}">
                <a16:creationId xmlns:a16="http://schemas.microsoft.com/office/drawing/2014/main" id="{48FF6A6D-A19F-791F-6396-363E2914812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Notes Placeholder 2">
            <a:extLst>
              <a:ext uri="{FF2B5EF4-FFF2-40B4-BE49-F238E27FC236}">
                <a16:creationId xmlns:a16="http://schemas.microsoft.com/office/drawing/2014/main" id="{B47E57DF-6902-5035-DDE7-E91C698B6B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7652" name="Slide Number Placeholder 3">
            <a:extLst>
              <a:ext uri="{FF2B5EF4-FFF2-40B4-BE49-F238E27FC236}">
                <a16:creationId xmlns:a16="http://schemas.microsoft.com/office/drawing/2014/main" id="{F0D199CC-6F9E-C73E-7B7B-CE8FE1F0A3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CA04BB1-8EBD-45EA-8111-7A60E69B648F}" type="slidenum">
              <a:rPr lang="en-US" altLang="en-US" sz="1300" smtClean="0"/>
              <a:pPr/>
              <a:t>12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>
            <a:extLst>
              <a:ext uri="{FF2B5EF4-FFF2-40B4-BE49-F238E27FC236}">
                <a16:creationId xmlns:a16="http://schemas.microsoft.com/office/drawing/2014/main" id="{0B679117-CD35-85A0-6FA1-1509CDDD25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Notes Placeholder 2">
            <a:extLst>
              <a:ext uri="{FF2B5EF4-FFF2-40B4-BE49-F238E27FC236}">
                <a16:creationId xmlns:a16="http://schemas.microsoft.com/office/drawing/2014/main" id="{0DDAC7EB-B2FC-BD63-B4A5-8A3E3F1A82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9700" name="Slide Number Placeholder 3">
            <a:extLst>
              <a:ext uri="{FF2B5EF4-FFF2-40B4-BE49-F238E27FC236}">
                <a16:creationId xmlns:a16="http://schemas.microsoft.com/office/drawing/2014/main" id="{FA10255A-3E1B-61C0-733D-FBFB958212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3496777-C7AA-4133-ADA8-F4F8BEFBC97C}" type="slidenum">
              <a:rPr lang="en-US" altLang="en-US" sz="1300" smtClean="0"/>
              <a:pPr/>
              <a:t>13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>
            <a:extLst>
              <a:ext uri="{FF2B5EF4-FFF2-40B4-BE49-F238E27FC236}">
                <a16:creationId xmlns:a16="http://schemas.microsoft.com/office/drawing/2014/main" id="{C502AFE3-37F9-D6F0-B69A-8B67C44DDE0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Notes Placeholder 2">
            <a:extLst>
              <a:ext uri="{FF2B5EF4-FFF2-40B4-BE49-F238E27FC236}">
                <a16:creationId xmlns:a16="http://schemas.microsoft.com/office/drawing/2014/main" id="{C6A1AF25-9018-5F18-31D5-9529BF318F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1748" name="Slide Number Placeholder 3">
            <a:extLst>
              <a:ext uri="{FF2B5EF4-FFF2-40B4-BE49-F238E27FC236}">
                <a16:creationId xmlns:a16="http://schemas.microsoft.com/office/drawing/2014/main" id="{1DF838E2-84E0-5BC5-0756-CE583E5F65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B4E010F-394F-4C1F-AE36-3CBAE499D187}" type="slidenum">
              <a:rPr lang="en-US" altLang="en-US" sz="1300" smtClean="0"/>
              <a:pPr/>
              <a:t>14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>
            <a:extLst>
              <a:ext uri="{FF2B5EF4-FFF2-40B4-BE49-F238E27FC236}">
                <a16:creationId xmlns:a16="http://schemas.microsoft.com/office/drawing/2014/main" id="{4AECF32B-F633-8263-EA9C-A4EE08F2B2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Notes Placeholder 2">
            <a:extLst>
              <a:ext uri="{FF2B5EF4-FFF2-40B4-BE49-F238E27FC236}">
                <a16:creationId xmlns:a16="http://schemas.microsoft.com/office/drawing/2014/main" id="{1F7F8A3A-2521-C327-C894-A6A7B51D34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3796" name="Slide Number Placeholder 3">
            <a:extLst>
              <a:ext uri="{FF2B5EF4-FFF2-40B4-BE49-F238E27FC236}">
                <a16:creationId xmlns:a16="http://schemas.microsoft.com/office/drawing/2014/main" id="{9DE63BAC-AE63-AEEF-F212-108B1AE5EC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09D262D-F814-4204-A974-9FCF9279AA98}" type="slidenum">
              <a:rPr lang="en-US" altLang="en-US" sz="1300" smtClean="0"/>
              <a:pPr/>
              <a:t>15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>
            <a:extLst>
              <a:ext uri="{FF2B5EF4-FFF2-40B4-BE49-F238E27FC236}">
                <a16:creationId xmlns:a16="http://schemas.microsoft.com/office/drawing/2014/main" id="{6041B316-D250-9FA1-BBB1-9C6A3FB83B4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Notes Placeholder 2">
            <a:extLst>
              <a:ext uri="{FF2B5EF4-FFF2-40B4-BE49-F238E27FC236}">
                <a16:creationId xmlns:a16="http://schemas.microsoft.com/office/drawing/2014/main" id="{66B5D843-D6C6-0875-2587-43BEB954B9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5844" name="Slide Number Placeholder 3">
            <a:extLst>
              <a:ext uri="{FF2B5EF4-FFF2-40B4-BE49-F238E27FC236}">
                <a16:creationId xmlns:a16="http://schemas.microsoft.com/office/drawing/2014/main" id="{40722F02-DF25-5EC0-393D-2A038FF244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4467BCB-7743-423E-B4E4-5F2DA602D964}" type="slidenum">
              <a:rPr lang="en-US" altLang="en-US" sz="1300" smtClean="0"/>
              <a:pPr/>
              <a:t>16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>
            <a:extLst>
              <a:ext uri="{FF2B5EF4-FFF2-40B4-BE49-F238E27FC236}">
                <a16:creationId xmlns:a16="http://schemas.microsoft.com/office/drawing/2014/main" id="{39ECE8F9-E74C-8A62-6256-E7D0E049C4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Notes Placeholder 2">
            <a:extLst>
              <a:ext uri="{FF2B5EF4-FFF2-40B4-BE49-F238E27FC236}">
                <a16:creationId xmlns:a16="http://schemas.microsoft.com/office/drawing/2014/main" id="{74ECA212-5271-85BB-65EE-33869B0F0F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7892" name="Slide Number Placeholder 3">
            <a:extLst>
              <a:ext uri="{FF2B5EF4-FFF2-40B4-BE49-F238E27FC236}">
                <a16:creationId xmlns:a16="http://schemas.microsoft.com/office/drawing/2014/main" id="{2B5A86B5-7925-1388-155A-D6DA94EC7B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3E37C67-B450-4215-B324-7D7596B21D88}" type="slidenum">
              <a:rPr lang="en-US" altLang="en-US" sz="1300" smtClean="0"/>
              <a:pPr/>
              <a:t>17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>
            <a:extLst>
              <a:ext uri="{FF2B5EF4-FFF2-40B4-BE49-F238E27FC236}">
                <a16:creationId xmlns:a16="http://schemas.microsoft.com/office/drawing/2014/main" id="{29F85D6B-C67B-1167-D3FE-51F2283D8E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Notes Placeholder 2">
            <a:extLst>
              <a:ext uri="{FF2B5EF4-FFF2-40B4-BE49-F238E27FC236}">
                <a16:creationId xmlns:a16="http://schemas.microsoft.com/office/drawing/2014/main" id="{BC53BC30-5EE1-7DA5-1A36-94A2BEA93E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9940" name="Slide Number Placeholder 3">
            <a:extLst>
              <a:ext uri="{FF2B5EF4-FFF2-40B4-BE49-F238E27FC236}">
                <a16:creationId xmlns:a16="http://schemas.microsoft.com/office/drawing/2014/main" id="{750BE47B-DC80-94FE-DC60-9A314ECD2A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AB3F648-A52C-4CDF-9A6C-52DF61624479}" type="slidenum">
              <a:rPr lang="en-US" altLang="en-US" sz="1300" smtClean="0"/>
              <a:pPr/>
              <a:t>18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>
            <a:extLst>
              <a:ext uri="{FF2B5EF4-FFF2-40B4-BE49-F238E27FC236}">
                <a16:creationId xmlns:a16="http://schemas.microsoft.com/office/drawing/2014/main" id="{454A502E-B615-8AA4-C365-124D089FC30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Notes Placeholder 2">
            <a:extLst>
              <a:ext uri="{FF2B5EF4-FFF2-40B4-BE49-F238E27FC236}">
                <a16:creationId xmlns:a16="http://schemas.microsoft.com/office/drawing/2014/main" id="{F509A8B5-031E-8ED8-E938-A61B34CBD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1988" name="Slide Number Placeholder 3">
            <a:extLst>
              <a:ext uri="{FF2B5EF4-FFF2-40B4-BE49-F238E27FC236}">
                <a16:creationId xmlns:a16="http://schemas.microsoft.com/office/drawing/2014/main" id="{5D245A30-6C12-81C9-E75B-85C449F4A0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00E79C7-1A02-4E8D-A622-63374891FCE8}" type="slidenum">
              <a:rPr lang="en-US" altLang="en-US" sz="1300" smtClean="0"/>
              <a:pPr/>
              <a:t>19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>
            <a:extLst>
              <a:ext uri="{FF2B5EF4-FFF2-40B4-BE49-F238E27FC236}">
                <a16:creationId xmlns:a16="http://schemas.microsoft.com/office/drawing/2014/main" id="{79E14035-EC90-BC1E-8D9C-3036DE841D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Notes Placeholder 2">
            <a:extLst>
              <a:ext uri="{FF2B5EF4-FFF2-40B4-BE49-F238E27FC236}">
                <a16:creationId xmlns:a16="http://schemas.microsoft.com/office/drawing/2014/main" id="{A52D66CA-D455-E6AC-4F8A-E5580A64C9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4036" name="Slide Number Placeholder 3">
            <a:extLst>
              <a:ext uri="{FF2B5EF4-FFF2-40B4-BE49-F238E27FC236}">
                <a16:creationId xmlns:a16="http://schemas.microsoft.com/office/drawing/2014/main" id="{DB0FF83F-F484-D92B-80A0-0FD59B59DE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F8AED6F-69E4-46C4-A594-1B37DB65FBDD}" type="slidenum">
              <a:rPr lang="en-US" altLang="en-US" sz="1300" smtClean="0"/>
              <a:pPr/>
              <a:t>20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>
            <a:extLst>
              <a:ext uri="{FF2B5EF4-FFF2-40B4-BE49-F238E27FC236}">
                <a16:creationId xmlns:a16="http://schemas.microsoft.com/office/drawing/2014/main" id="{8B128584-3BCC-A22E-EB3F-216A8E14154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Notes Placeholder 2">
            <a:extLst>
              <a:ext uri="{FF2B5EF4-FFF2-40B4-BE49-F238E27FC236}">
                <a16:creationId xmlns:a16="http://schemas.microsoft.com/office/drawing/2014/main" id="{E8957970-00D6-6003-5D47-25020C29BD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6084" name="Slide Number Placeholder 3">
            <a:extLst>
              <a:ext uri="{FF2B5EF4-FFF2-40B4-BE49-F238E27FC236}">
                <a16:creationId xmlns:a16="http://schemas.microsoft.com/office/drawing/2014/main" id="{CC589DC1-B6B9-3C61-3017-32E5B58CBB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82972C9-AED4-4D22-9ACB-1FA1EE5E8FD2}" type="slidenum">
              <a:rPr lang="en-US" altLang="en-US" sz="1300" smtClean="0"/>
              <a:pPr/>
              <a:t>21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>
            <a:extLst>
              <a:ext uri="{FF2B5EF4-FFF2-40B4-BE49-F238E27FC236}">
                <a16:creationId xmlns:a16="http://schemas.microsoft.com/office/drawing/2014/main" id="{23FEC48C-55D4-DA0C-0A54-7CDB819D142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Notes Placeholder 2">
            <a:extLst>
              <a:ext uri="{FF2B5EF4-FFF2-40B4-BE49-F238E27FC236}">
                <a16:creationId xmlns:a16="http://schemas.microsoft.com/office/drawing/2014/main" id="{DCD27E68-5D32-B806-4288-8C5BFA8FBC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8132" name="Slide Number Placeholder 3">
            <a:extLst>
              <a:ext uri="{FF2B5EF4-FFF2-40B4-BE49-F238E27FC236}">
                <a16:creationId xmlns:a16="http://schemas.microsoft.com/office/drawing/2014/main" id="{3B902E54-9FA7-C9DC-07A9-AC436E41EE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17DCFA8-E7D8-4045-A9E6-19FD9CF46BCB}" type="slidenum">
              <a:rPr lang="en-US" altLang="en-US" sz="1300" smtClean="0"/>
              <a:pPr/>
              <a:t>22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>
            <a:extLst>
              <a:ext uri="{FF2B5EF4-FFF2-40B4-BE49-F238E27FC236}">
                <a16:creationId xmlns:a16="http://schemas.microsoft.com/office/drawing/2014/main" id="{3D8E359B-0B13-E2FD-2D57-A2F50D15067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Notes Placeholder 2">
            <a:extLst>
              <a:ext uri="{FF2B5EF4-FFF2-40B4-BE49-F238E27FC236}">
                <a16:creationId xmlns:a16="http://schemas.microsoft.com/office/drawing/2014/main" id="{95A675D3-9E47-21B7-FBBB-AF705518A1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50180" name="Slide Number Placeholder 3">
            <a:extLst>
              <a:ext uri="{FF2B5EF4-FFF2-40B4-BE49-F238E27FC236}">
                <a16:creationId xmlns:a16="http://schemas.microsoft.com/office/drawing/2014/main" id="{59CA65C8-8DCD-14B7-0378-7F06283520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D90A04F-07BA-4938-B541-3230E3E57F26}" type="slidenum">
              <a:rPr lang="en-US" altLang="en-US" sz="1300" smtClean="0"/>
              <a:pPr/>
              <a:t>23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>
            <a:extLst>
              <a:ext uri="{FF2B5EF4-FFF2-40B4-BE49-F238E27FC236}">
                <a16:creationId xmlns:a16="http://schemas.microsoft.com/office/drawing/2014/main" id="{5D9C9896-C251-27D2-057E-D6D720E011E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Notes Placeholder 2">
            <a:extLst>
              <a:ext uri="{FF2B5EF4-FFF2-40B4-BE49-F238E27FC236}">
                <a16:creationId xmlns:a16="http://schemas.microsoft.com/office/drawing/2014/main" id="{1FB0209C-71E2-F4BB-FC54-50E4CCB3EE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52228" name="Slide Number Placeholder 3">
            <a:extLst>
              <a:ext uri="{FF2B5EF4-FFF2-40B4-BE49-F238E27FC236}">
                <a16:creationId xmlns:a16="http://schemas.microsoft.com/office/drawing/2014/main" id="{66701DD7-A0FE-C04D-C472-22AF4DD31F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331843C-3BB1-483E-8838-47A9BA1B222C}" type="slidenum">
              <a:rPr lang="en-US" altLang="en-US" sz="1300" smtClean="0"/>
              <a:pPr/>
              <a:t>24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>
            <a:extLst>
              <a:ext uri="{FF2B5EF4-FFF2-40B4-BE49-F238E27FC236}">
                <a16:creationId xmlns:a16="http://schemas.microsoft.com/office/drawing/2014/main" id="{67C0DDA0-BCBD-F0BE-6129-4D2A9BACC5E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Notes Placeholder 2">
            <a:extLst>
              <a:ext uri="{FF2B5EF4-FFF2-40B4-BE49-F238E27FC236}">
                <a16:creationId xmlns:a16="http://schemas.microsoft.com/office/drawing/2014/main" id="{AF12329C-1AD7-477E-1FB9-8E32D21B95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54276" name="Slide Number Placeholder 3">
            <a:extLst>
              <a:ext uri="{FF2B5EF4-FFF2-40B4-BE49-F238E27FC236}">
                <a16:creationId xmlns:a16="http://schemas.microsoft.com/office/drawing/2014/main" id="{DB0C7D0E-FAC2-7BE8-E6AC-179FD4C15A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520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2765EF8-0B0F-49B1-A7E8-8DB46CFF8308}" type="slidenum">
              <a:rPr lang="en-US" altLang="en-US" sz="1300" smtClean="0"/>
              <a:pPr/>
              <a:t>25</a:t>
            </a:fld>
            <a:endParaRPr lang="en-US" altLang="en-US" sz="13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4BB4EC4-81D1-B002-E9FA-C21F8D29E196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8EFE836F-9D06-9739-DB8D-83D91558C8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3" name="Rectangle 4">
                <a:extLst>
                  <a:ext uri="{FF2B5EF4-FFF2-40B4-BE49-F238E27FC236}">
                    <a16:creationId xmlns:a16="http://schemas.microsoft.com/office/drawing/2014/main" id="{FEF75B68-BAD8-283D-A474-C948E7507A0C}"/>
                  </a:ext>
                </a:extLst>
              </p:cNvPr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>
                  <a:defRPr/>
                </a:pPr>
                <a:endParaRPr lang="en-US" altLang="en-US"/>
              </a:p>
            </p:txBody>
          </p:sp>
          <p:grpSp>
            <p:nvGrpSpPr>
              <p:cNvPr id="14" name="Group 5">
                <a:extLst>
                  <a:ext uri="{FF2B5EF4-FFF2-40B4-BE49-F238E27FC236}">
                    <a16:creationId xmlns:a16="http://schemas.microsoft.com/office/drawing/2014/main" id="{B274ADEE-84B4-7FC4-EEC7-CC0E9792EB4D}"/>
                  </a:ext>
                </a:extLst>
              </p:cNvPr>
              <p:cNvGrpSpPr>
                <a:grpSpLocks/>
              </p:cNvGrpSpPr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6" name="Line 6">
                  <a:extLst>
                    <a:ext uri="{FF2B5EF4-FFF2-40B4-BE49-F238E27FC236}">
                      <a16:creationId xmlns:a16="http://schemas.microsoft.com/office/drawing/2014/main" id="{AF3AF2A1-F7BE-22D2-AB9F-0B4493C57E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7" name="Line 7">
                  <a:extLst>
                    <a:ext uri="{FF2B5EF4-FFF2-40B4-BE49-F238E27FC236}">
                      <a16:creationId xmlns:a16="http://schemas.microsoft.com/office/drawing/2014/main" id="{D9D375F3-95C3-8B48-5181-19E999D7FAE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" name="Line 8">
                  <a:extLst>
                    <a:ext uri="{FF2B5EF4-FFF2-40B4-BE49-F238E27FC236}">
                      <a16:creationId xmlns:a16="http://schemas.microsoft.com/office/drawing/2014/main" id="{0C9D83A7-8D83-C9B0-5067-0DD9965454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9" name="Line 9">
                  <a:extLst>
                    <a:ext uri="{FF2B5EF4-FFF2-40B4-BE49-F238E27FC236}">
                      <a16:creationId xmlns:a16="http://schemas.microsoft.com/office/drawing/2014/main" id="{2E4D7A81-3C29-D5E7-95FF-82FEEC29E2B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" name="Line 10">
                  <a:extLst>
                    <a:ext uri="{FF2B5EF4-FFF2-40B4-BE49-F238E27FC236}">
                      <a16:creationId xmlns:a16="http://schemas.microsoft.com/office/drawing/2014/main" id="{B666AC6B-5C68-B3C4-160E-2EBA99972F8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" name="Line 11">
                  <a:extLst>
                    <a:ext uri="{FF2B5EF4-FFF2-40B4-BE49-F238E27FC236}">
                      <a16:creationId xmlns:a16="http://schemas.microsoft.com/office/drawing/2014/main" id="{88A8C0F8-BFAE-8449-D6F4-A064DB7CA6D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" name="Line 12">
                  <a:extLst>
                    <a:ext uri="{FF2B5EF4-FFF2-40B4-BE49-F238E27FC236}">
                      <a16:creationId xmlns:a16="http://schemas.microsoft.com/office/drawing/2014/main" id="{5760BE47-14A0-FAA9-DE3B-CBC83516ABB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" name="Line 13">
                  <a:extLst>
                    <a:ext uri="{FF2B5EF4-FFF2-40B4-BE49-F238E27FC236}">
                      <a16:creationId xmlns:a16="http://schemas.microsoft.com/office/drawing/2014/main" id="{7EC63EDD-6A2F-543E-27E4-BBE4629903E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4" name="Line 14">
                  <a:extLst>
                    <a:ext uri="{FF2B5EF4-FFF2-40B4-BE49-F238E27FC236}">
                      <a16:creationId xmlns:a16="http://schemas.microsoft.com/office/drawing/2014/main" id="{8653E778-2E2D-2829-52EB-546DAF2A4F8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5" name="Line 15">
                  <a:extLst>
                    <a:ext uri="{FF2B5EF4-FFF2-40B4-BE49-F238E27FC236}">
                      <a16:creationId xmlns:a16="http://schemas.microsoft.com/office/drawing/2014/main" id="{C94B07EB-3DCC-B817-71A5-C69BEE85287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6" name="Line 16">
                  <a:extLst>
                    <a:ext uri="{FF2B5EF4-FFF2-40B4-BE49-F238E27FC236}">
                      <a16:creationId xmlns:a16="http://schemas.microsoft.com/office/drawing/2014/main" id="{E061A09A-6E72-4F18-7A68-FA00E6D5262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7" name="Line 17">
                  <a:extLst>
                    <a:ext uri="{FF2B5EF4-FFF2-40B4-BE49-F238E27FC236}">
                      <a16:creationId xmlns:a16="http://schemas.microsoft.com/office/drawing/2014/main" id="{87B1CAF6-5A24-5267-6575-EB6C1B81B51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" name="Line 18">
                  <a:extLst>
                    <a:ext uri="{FF2B5EF4-FFF2-40B4-BE49-F238E27FC236}">
                      <a16:creationId xmlns:a16="http://schemas.microsoft.com/office/drawing/2014/main" id="{E088E9A3-8493-49E1-9ACB-46C5762A6C7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9" name="Line 19">
                  <a:extLst>
                    <a:ext uri="{FF2B5EF4-FFF2-40B4-BE49-F238E27FC236}">
                      <a16:creationId xmlns:a16="http://schemas.microsoft.com/office/drawing/2014/main" id="{3E856ACF-194A-4588-16AB-A15D48AA1C0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0" name="Line 20">
                  <a:extLst>
                    <a:ext uri="{FF2B5EF4-FFF2-40B4-BE49-F238E27FC236}">
                      <a16:creationId xmlns:a16="http://schemas.microsoft.com/office/drawing/2014/main" id="{A6ED0B4A-95F7-145F-2213-7C8E7A4916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1" name="Line 21">
                  <a:extLst>
                    <a:ext uri="{FF2B5EF4-FFF2-40B4-BE49-F238E27FC236}">
                      <a16:creationId xmlns:a16="http://schemas.microsoft.com/office/drawing/2014/main" id="{BB0F774B-AED2-6445-B2EA-CC019B025C9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2" name="Line 22">
                  <a:extLst>
                    <a:ext uri="{FF2B5EF4-FFF2-40B4-BE49-F238E27FC236}">
                      <a16:creationId xmlns:a16="http://schemas.microsoft.com/office/drawing/2014/main" id="{77782AEC-4AD3-A009-58DD-401B7694807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" name="Line 23">
                  <a:extLst>
                    <a:ext uri="{FF2B5EF4-FFF2-40B4-BE49-F238E27FC236}">
                      <a16:creationId xmlns:a16="http://schemas.microsoft.com/office/drawing/2014/main" id="{EFE0E00B-3285-C6EC-ADF7-E00E210AF0F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" name="Line 24">
                  <a:extLst>
                    <a:ext uri="{FF2B5EF4-FFF2-40B4-BE49-F238E27FC236}">
                      <a16:creationId xmlns:a16="http://schemas.microsoft.com/office/drawing/2014/main" id="{64648A2D-AC49-40C4-6890-0AAACFB2D70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5" name="Line 25">
                  <a:extLst>
                    <a:ext uri="{FF2B5EF4-FFF2-40B4-BE49-F238E27FC236}">
                      <a16:creationId xmlns:a16="http://schemas.microsoft.com/office/drawing/2014/main" id="{191CBE06-AA32-5DD9-EA95-FE02D60DD79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6" name="Line 26">
                  <a:extLst>
                    <a:ext uri="{FF2B5EF4-FFF2-40B4-BE49-F238E27FC236}">
                      <a16:creationId xmlns:a16="http://schemas.microsoft.com/office/drawing/2014/main" id="{C7F70BE6-8BF8-CED6-A812-D19E5B43CD0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" name="Line 27">
                  <a:extLst>
                    <a:ext uri="{FF2B5EF4-FFF2-40B4-BE49-F238E27FC236}">
                      <a16:creationId xmlns:a16="http://schemas.microsoft.com/office/drawing/2014/main" id="{A8049E69-BE95-08F0-4FC7-910B8E7833E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" name="Line 28">
                  <a:extLst>
                    <a:ext uri="{FF2B5EF4-FFF2-40B4-BE49-F238E27FC236}">
                      <a16:creationId xmlns:a16="http://schemas.microsoft.com/office/drawing/2014/main" id="{7B01672E-BC95-086C-F0E5-652AE2EF8C8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" name="Line 29">
                  <a:extLst>
                    <a:ext uri="{FF2B5EF4-FFF2-40B4-BE49-F238E27FC236}">
                      <a16:creationId xmlns:a16="http://schemas.microsoft.com/office/drawing/2014/main" id="{69AA18BB-3572-8440-630B-3CEF3A8D1B9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0" name="Line 30">
                  <a:extLst>
                    <a:ext uri="{FF2B5EF4-FFF2-40B4-BE49-F238E27FC236}">
                      <a16:creationId xmlns:a16="http://schemas.microsoft.com/office/drawing/2014/main" id="{E152346B-3522-2E24-49F9-D2457E21284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" name="Line 31">
                  <a:extLst>
                    <a:ext uri="{FF2B5EF4-FFF2-40B4-BE49-F238E27FC236}">
                      <a16:creationId xmlns:a16="http://schemas.microsoft.com/office/drawing/2014/main" id="{AD79BEE1-75A8-9E92-C275-B666D6418AB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2" name="Line 32">
                  <a:extLst>
                    <a:ext uri="{FF2B5EF4-FFF2-40B4-BE49-F238E27FC236}">
                      <a16:creationId xmlns:a16="http://schemas.microsoft.com/office/drawing/2014/main" id="{1578C9E4-BF18-1C39-A7B7-F4E1D427D63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3" name="Line 33">
                  <a:extLst>
                    <a:ext uri="{FF2B5EF4-FFF2-40B4-BE49-F238E27FC236}">
                      <a16:creationId xmlns:a16="http://schemas.microsoft.com/office/drawing/2014/main" id="{D3C8319F-FAF0-2B62-4FFF-6137863312D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" name="Line 34">
                  <a:extLst>
                    <a:ext uri="{FF2B5EF4-FFF2-40B4-BE49-F238E27FC236}">
                      <a16:creationId xmlns:a16="http://schemas.microsoft.com/office/drawing/2014/main" id="{531C026D-7DE1-6818-043A-63E5305DB54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5" name="Line 35">
                  <a:extLst>
                    <a:ext uri="{FF2B5EF4-FFF2-40B4-BE49-F238E27FC236}">
                      <a16:creationId xmlns:a16="http://schemas.microsoft.com/office/drawing/2014/main" id="{30ED58F6-3679-17C8-7C80-C2BFD93D991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" name="Line 36">
                  <a:extLst>
                    <a:ext uri="{FF2B5EF4-FFF2-40B4-BE49-F238E27FC236}">
                      <a16:creationId xmlns:a16="http://schemas.microsoft.com/office/drawing/2014/main" id="{08FEEB31-F00C-15C2-263F-1A37D6311F9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7" name="Line 37">
                  <a:extLst>
                    <a:ext uri="{FF2B5EF4-FFF2-40B4-BE49-F238E27FC236}">
                      <a16:creationId xmlns:a16="http://schemas.microsoft.com/office/drawing/2014/main" id="{D2C4F639-F93A-B1EB-D5F2-41ED6535120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" name="Line 38">
                  <a:extLst>
                    <a:ext uri="{FF2B5EF4-FFF2-40B4-BE49-F238E27FC236}">
                      <a16:creationId xmlns:a16="http://schemas.microsoft.com/office/drawing/2014/main" id="{E4C20D4A-C988-C6AE-A6CE-E4558EBA964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9" name="Line 39">
                  <a:extLst>
                    <a:ext uri="{FF2B5EF4-FFF2-40B4-BE49-F238E27FC236}">
                      <a16:creationId xmlns:a16="http://schemas.microsoft.com/office/drawing/2014/main" id="{B5C167E7-609A-E45A-B2FF-42DC2F7765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0" name="Line 40">
                  <a:extLst>
                    <a:ext uri="{FF2B5EF4-FFF2-40B4-BE49-F238E27FC236}">
                      <a16:creationId xmlns:a16="http://schemas.microsoft.com/office/drawing/2014/main" id="{966AA288-F5B4-C50D-9DC1-D3F3630E7D7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" name="Line 41">
                  <a:extLst>
                    <a:ext uri="{FF2B5EF4-FFF2-40B4-BE49-F238E27FC236}">
                      <a16:creationId xmlns:a16="http://schemas.microsoft.com/office/drawing/2014/main" id="{A4DC4E0A-73E5-2C95-4803-5171A0548F3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" name="Line 42">
                  <a:extLst>
                    <a:ext uri="{FF2B5EF4-FFF2-40B4-BE49-F238E27FC236}">
                      <a16:creationId xmlns:a16="http://schemas.microsoft.com/office/drawing/2014/main" id="{742E0436-CB75-0B06-9337-33EC419CD4F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3" name="Line 43">
                  <a:extLst>
                    <a:ext uri="{FF2B5EF4-FFF2-40B4-BE49-F238E27FC236}">
                      <a16:creationId xmlns:a16="http://schemas.microsoft.com/office/drawing/2014/main" id="{C7B58289-DB69-BAC7-39CC-D5093A560A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4" name="Line 44">
                  <a:extLst>
                    <a:ext uri="{FF2B5EF4-FFF2-40B4-BE49-F238E27FC236}">
                      <a16:creationId xmlns:a16="http://schemas.microsoft.com/office/drawing/2014/main" id="{01AB6E20-FF87-F4AE-874D-24888BCE489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5" name="Line 45">
                  <a:extLst>
                    <a:ext uri="{FF2B5EF4-FFF2-40B4-BE49-F238E27FC236}">
                      <a16:creationId xmlns:a16="http://schemas.microsoft.com/office/drawing/2014/main" id="{374DE52E-91D2-E0E5-2B1B-04E176D8D04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6" name="Line 46">
                  <a:extLst>
                    <a:ext uri="{FF2B5EF4-FFF2-40B4-BE49-F238E27FC236}">
                      <a16:creationId xmlns:a16="http://schemas.microsoft.com/office/drawing/2014/main" id="{FA7714BD-1143-FDA2-9D46-B3C4362CE38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7" name="Line 47">
                  <a:extLst>
                    <a:ext uri="{FF2B5EF4-FFF2-40B4-BE49-F238E27FC236}">
                      <a16:creationId xmlns:a16="http://schemas.microsoft.com/office/drawing/2014/main" id="{EDB13653-1628-B6F0-B4D2-0ED1D67B39E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8" name="Line 48">
                  <a:extLst>
                    <a:ext uri="{FF2B5EF4-FFF2-40B4-BE49-F238E27FC236}">
                      <a16:creationId xmlns:a16="http://schemas.microsoft.com/office/drawing/2014/main" id="{8C24C5B2-E5D1-F424-81FA-CFCFEEA0B1B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9" name="Line 49">
                  <a:extLst>
                    <a:ext uri="{FF2B5EF4-FFF2-40B4-BE49-F238E27FC236}">
                      <a16:creationId xmlns:a16="http://schemas.microsoft.com/office/drawing/2014/main" id="{A28716E6-2E2C-3306-82B4-3A33698324E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0" name="Line 50">
                  <a:extLst>
                    <a:ext uri="{FF2B5EF4-FFF2-40B4-BE49-F238E27FC236}">
                      <a16:creationId xmlns:a16="http://schemas.microsoft.com/office/drawing/2014/main" id="{9928C354-9B58-8E81-95EA-DEBE4A47C68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1" name="Line 51">
                  <a:extLst>
                    <a:ext uri="{FF2B5EF4-FFF2-40B4-BE49-F238E27FC236}">
                      <a16:creationId xmlns:a16="http://schemas.microsoft.com/office/drawing/2014/main" id="{EACFEBC9-55BC-F1BC-F18D-A0D0F8C11F7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" name="Line 52">
                  <a:extLst>
                    <a:ext uri="{FF2B5EF4-FFF2-40B4-BE49-F238E27FC236}">
                      <a16:creationId xmlns:a16="http://schemas.microsoft.com/office/drawing/2014/main" id="{0EC0738A-E965-E56E-01E8-BE71438082E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3" name="Line 53">
                  <a:extLst>
                    <a:ext uri="{FF2B5EF4-FFF2-40B4-BE49-F238E27FC236}">
                      <a16:creationId xmlns:a16="http://schemas.microsoft.com/office/drawing/2014/main" id="{F9EC3619-B305-8482-01D6-B6B237E2A3D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84" name="Line 54">
                  <a:extLst>
                    <a:ext uri="{FF2B5EF4-FFF2-40B4-BE49-F238E27FC236}">
                      <a16:creationId xmlns:a16="http://schemas.microsoft.com/office/drawing/2014/main" id="{9BC49923-9462-0718-8353-791C557A072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85" name="Line 55">
                  <a:extLst>
                    <a:ext uri="{FF2B5EF4-FFF2-40B4-BE49-F238E27FC236}">
                      <a16:creationId xmlns:a16="http://schemas.microsoft.com/office/drawing/2014/main" id="{8440DCCB-A305-75D2-0B4D-C9F894175DC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86" name="Line 56">
                  <a:extLst>
                    <a:ext uri="{FF2B5EF4-FFF2-40B4-BE49-F238E27FC236}">
                      <a16:creationId xmlns:a16="http://schemas.microsoft.com/office/drawing/2014/main" id="{230BC0AB-068B-CF49-4B94-7077FEDFAE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5" name="Line 57">
                <a:extLst>
                  <a:ext uri="{FF2B5EF4-FFF2-40B4-BE49-F238E27FC236}">
                    <a16:creationId xmlns:a16="http://schemas.microsoft.com/office/drawing/2014/main" id="{60D6C74D-5B6D-6E9B-F4DA-3ECE0720EFDD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4" name="Group 58">
              <a:extLst>
                <a:ext uri="{FF2B5EF4-FFF2-40B4-BE49-F238E27FC236}">
                  <a16:creationId xmlns:a16="http://schemas.microsoft.com/office/drawing/2014/main" id="{1BFE610C-0856-9402-5162-955937054701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9" name="Line 59">
                <a:extLst>
                  <a:ext uri="{FF2B5EF4-FFF2-40B4-BE49-F238E27FC236}">
                    <a16:creationId xmlns:a16="http://schemas.microsoft.com/office/drawing/2014/main" id="{94CA9CBA-F3B6-2093-A66F-AA1FAC9FE049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" name="Line 60">
                <a:extLst>
                  <a:ext uri="{FF2B5EF4-FFF2-40B4-BE49-F238E27FC236}">
                    <a16:creationId xmlns:a16="http://schemas.microsoft.com/office/drawing/2014/main" id="{C4801068-FEA9-903B-1BA9-CA4F3661B82C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" name="Line 61">
                <a:extLst>
                  <a:ext uri="{FF2B5EF4-FFF2-40B4-BE49-F238E27FC236}">
                    <a16:creationId xmlns:a16="http://schemas.microsoft.com/office/drawing/2014/main" id="{8355BC45-42BA-2C5B-0D0A-6AB9662D181E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" name="Arc 62">
                <a:extLst>
                  <a:ext uri="{FF2B5EF4-FFF2-40B4-BE49-F238E27FC236}">
                    <a16:creationId xmlns:a16="http://schemas.microsoft.com/office/drawing/2014/main" id="{ACA56C7C-EF7A-5FD0-15B8-FCEB4B9D765D}"/>
                  </a:ext>
                </a:extLst>
              </p:cNvPr>
              <p:cNvSpPr>
                <a:spLocks/>
              </p:cNvSpPr>
              <p:nvPr/>
            </p:nvSpPr>
            <p:spPr bwMode="ltGray">
              <a:xfrm rot="16200000" flipH="1">
                <a:off x="426" y="860"/>
                <a:ext cx="156" cy="157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5" name="Group 63">
              <a:extLst>
                <a:ext uri="{FF2B5EF4-FFF2-40B4-BE49-F238E27FC236}">
                  <a16:creationId xmlns:a16="http://schemas.microsoft.com/office/drawing/2014/main" id="{1A5D8BF7-DB53-31C5-0908-DBFD3A88463B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6" name="Line 64">
                <a:extLst>
                  <a:ext uri="{FF2B5EF4-FFF2-40B4-BE49-F238E27FC236}">
                    <a16:creationId xmlns:a16="http://schemas.microsoft.com/office/drawing/2014/main" id="{BDD35B97-F40D-0F74-E07A-0EBCC182BFA8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" name="Line 65">
                <a:extLst>
                  <a:ext uri="{FF2B5EF4-FFF2-40B4-BE49-F238E27FC236}">
                    <a16:creationId xmlns:a16="http://schemas.microsoft.com/office/drawing/2014/main" id="{670BD991-DB13-3E0E-F670-B37B81C3AA3A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" name="Arc 66">
                <a:extLst>
                  <a:ext uri="{FF2B5EF4-FFF2-40B4-BE49-F238E27FC236}">
                    <a16:creationId xmlns:a16="http://schemas.microsoft.com/office/drawing/2014/main" id="{00EABD4D-E4F5-4C95-651C-FDF6E1FF7F48}"/>
                  </a:ext>
                </a:extLst>
              </p:cNvPr>
              <p:cNvSpPr>
                <a:spLocks/>
              </p:cNvSpPr>
              <p:nvPr/>
            </p:nvSpPr>
            <p:spPr bwMode="ltGray">
              <a:xfrm rot="5400000">
                <a:off x="5097" y="3347"/>
                <a:ext cx="156" cy="157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5187" name="Rectangle 67"/>
          <p:cNvSpPr>
            <a:spLocks noGrp="1" noChangeArrowheads="1"/>
          </p:cNvSpPr>
          <p:nvPr>
            <p:ph type="ctrTitle"/>
          </p:nvPr>
        </p:nvSpPr>
        <p:spPr>
          <a:xfrm>
            <a:off x="990600" y="17526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88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990600" y="3309938"/>
            <a:ext cx="6400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189" name="Slide Number Placeholder 73">
            <a:extLst>
              <a:ext uri="{FF2B5EF4-FFF2-40B4-BE49-F238E27FC236}">
                <a16:creationId xmlns:a16="http://schemas.microsoft.com/office/drawing/2014/main" id="{77201F79-F798-B71F-7641-5EDBEEA3D6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B3072D-BCFA-4BD4-BD41-5F376EE29F8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5190" name="Rectangle 65">
            <a:extLst>
              <a:ext uri="{FF2B5EF4-FFF2-40B4-BE49-F238E27FC236}">
                <a16:creationId xmlns:a16="http://schemas.microsoft.com/office/drawing/2014/main" id="{2890C7BE-CA51-13A5-3CF2-50CC4B42AA65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FPT University</a:t>
            </a:r>
          </a:p>
        </p:txBody>
      </p:sp>
      <p:sp>
        <p:nvSpPr>
          <p:cNvPr id="5191" name="Rectangle 66">
            <a:extLst>
              <a:ext uri="{FF2B5EF4-FFF2-40B4-BE49-F238E27FC236}">
                <a16:creationId xmlns:a16="http://schemas.microsoft.com/office/drawing/2014/main" id="{BDF744D9-14E5-E1BC-1950-0AFE96EC940D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 algn="ctr">
              <a:defRPr sz="1400">
                <a:latin typeface="Tahoma" pitchFamily="34" charset="0"/>
                <a:ea typeface="+mn-ea"/>
              </a:defRPr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6971464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5">
            <a:extLst>
              <a:ext uri="{FF2B5EF4-FFF2-40B4-BE49-F238E27FC236}">
                <a16:creationId xmlns:a16="http://schemas.microsoft.com/office/drawing/2014/main" id="{C4CA1392-3B13-0F0B-6326-749DD003770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FPT University</a:t>
            </a:r>
          </a:p>
        </p:txBody>
      </p:sp>
      <p:sp>
        <p:nvSpPr>
          <p:cNvPr id="5" name="Rectangle 66">
            <a:extLst>
              <a:ext uri="{FF2B5EF4-FFF2-40B4-BE49-F238E27FC236}">
                <a16:creationId xmlns:a16="http://schemas.microsoft.com/office/drawing/2014/main" id="{647A080B-045F-A8B3-932C-6B6D0028680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6" name="Rectangle 67">
            <a:extLst>
              <a:ext uri="{FF2B5EF4-FFF2-40B4-BE49-F238E27FC236}">
                <a16:creationId xmlns:a16="http://schemas.microsoft.com/office/drawing/2014/main" id="{A3B884AF-32B4-153C-D06F-29339D0EA9E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C0BD9D-EC44-4533-8F64-79446EEC633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77564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5">
            <a:extLst>
              <a:ext uri="{FF2B5EF4-FFF2-40B4-BE49-F238E27FC236}">
                <a16:creationId xmlns:a16="http://schemas.microsoft.com/office/drawing/2014/main" id="{941C5DF5-4188-C43B-6E42-3B39BF9AE7C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FPT University</a:t>
            </a:r>
          </a:p>
        </p:txBody>
      </p:sp>
      <p:sp>
        <p:nvSpPr>
          <p:cNvPr id="6" name="Rectangle 66">
            <a:extLst>
              <a:ext uri="{FF2B5EF4-FFF2-40B4-BE49-F238E27FC236}">
                <a16:creationId xmlns:a16="http://schemas.microsoft.com/office/drawing/2014/main" id="{F926FACB-6E14-B9A2-ADB5-7ED10BDDA34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7" name="Rectangle 67">
            <a:extLst>
              <a:ext uri="{FF2B5EF4-FFF2-40B4-BE49-F238E27FC236}">
                <a16:creationId xmlns:a16="http://schemas.microsoft.com/office/drawing/2014/main" id="{285FCC2D-576E-0E83-12DD-DFCA6729014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F6CB35-0E02-4E2B-AE5D-FFCCE7C47D3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215540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5">
            <a:extLst>
              <a:ext uri="{FF2B5EF4-FFF2-40B4-BE49-F238E27FC236}">
                <a16:creationId xmlns:a16="http://schemas.microsoft.com/office/drawing/2014/main" id="{1662EC35-F4E2-F456-4D42-A2B42F452C9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FPT University</a:t>
            </a:r>
          </a:p>
        </p:txBody>
      </p:sp>
      <p:sp>
        <p:nvSpPr>
          <p:cNvPr id="3" name="Rectangle 66">
            <a:extLst>
              <a:ext uri="{FF2B5EF4-FFF2-40B4-BE49-F238E27FC236}">
                <a16:creationId xmlns:a16="http://schemas.microsoft.com/office/drawing/2014/main" id="{25BBBE6E-9590-99A2-C898-79C5D3378C1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4" name="Rectangle 67">
            <a:extLst>
              <a:ext uri="{FF2B5EF4-FFF2-40B4-BE49-F238E27FC236}">
                <a16:creationId xmlns:a16="http://schemas.microsoft.com/office/drawing/2014/main" id="{21A70C92-1632-59A9-692B-3D6ABF30A26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268197-7991-44A7-8C0A-F86D819FEC9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16424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Rectangle 65">
            <a:extLst>
              <a:ext uri="{FF2B5EF4-FFF2-40B4-BE49-F238E27FC236}">
                <a16:creationId xmlns:a16="http://schemas.microsoft.com/office/drawing/2014/main" id="{C7569A8B-3339-9E92-65CB-E47B7E0068B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FPT University</a:t>
            </a:r>
          </a:p>
        </p:txBody>
      </p:sp>
      <p:sp>
        <p:nvSpPr>
          <p:cNvPr id="6" name="Rectangle 66">
            <a:extLst>
              <a:ext uri="{FF2B5EF4-FFF2-40B4-BE49-F238E27FC236}">
                <a16:creationId xmlns:a16="http://schemas.microsoft.com/office/drawing/2014/main" id="{6F02001B-C859-30B3-442B-FFD0F811B1D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7" name="Rectangle 67">
            <a:extLst>
              <a:ext uri="{FF2B5EF4-FFF2-40B4-BE49-F238E27FC236}">
                <a16:creationId xmlns:a16="http://schemas.microsoft.com/office/drawing/2014/main" id="{E7B2A6E7-4C55-AF5C-37C3-4853E24B99B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3BA887-464A-4F18-AF42-B710FC19766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87065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5">
            <a:extLst>
              <a:ext uri="{FF2B5EF4-FFF2-40B4-BE49-F238E27FC236}">
                <a16:creationId xmlns:a16="http://schemas.microsoft.com/office/drawing/2014/main" id="{B4357966-452F-86D8-F29B-1B27E86369E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FPT University</a:t>
            </a:r>
          </a:p>
        </p:txBody>
      </p:sp>
      <p:sp>
        <p:nvSpPr>
          <p:cNvPr id="6" name="Rectangle 66">
            <a:extLst>
              <a:ext uri="{FF2B5EF4-FFF2-40B4-BE49-F238E27FC236}">
                <a16:creationId xmlns:a16="http://schemas.microsoft.com/office/drawing/2014/main" id="{E261AD71-553E-B21C-4B77-C2F00E83E37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7" name="Rectangle 67">
            <a:extLst>
              <a:ext uri="{FF2B5EF4-FFF2-40B4-BE49-F238E27FC236}">
                <a16:creationId xmlns:a16="http://schemas.microsoft.com/office/drawing/2014/main" id="{108CFF58-2005-F1CF-CC62-5F3E046A252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1D0A9F-7E61-49F6-B162-03B5215E1EC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12055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60EBF78F-4DEE-7CB6-4AF7-FDF60C775E63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1032" name="Group 3">
              <a:extLst>
                <a:ext uri="{FF2B5EF4-FFF2-40B4-BE49-F238E27FC236}">
                  <a16:creationId xmlns:a16="http://schemas.microsoft.com/office/drawing/2014/main" id="{4B56C9E1-2909-D41D-E1C6-B41AD934BA7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1039" name="Group 4">
                <a:extLst>
                  <a:ext uri="{FF2B5EF4-FFF2-40B4-BE49-F238E27FC236}">
                    <a16:creationId xmlns:a16="http://schemas.microsoft.com/office/drawing/2014/main" id="{F2960C88-E40B-E33A-F327-B4CC50085E6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92"/>
                <a:ext cx="5760" cy="4032"/>
                <a:chOff x="0" y="192"/>
                <a:chExt cx="5760" cy="4032"/>
              </a:xfrm>
            </p:grpSpPr>
            <p:sp>
              <p:nvSpPr>
                <p:cNvPr id="1070" name="Line 5">
                  <a:extLst>
                    <a:ext uri="{FF2B5EF4-FFF2-40B4-BE49-F238E27FC236}">
                      <a16:creationId xmlns:a16="http://schemas.microsoft.com/office/drawing/2014/main" id="{BD8E156B-C5B6-A683-F14B-5991413CD19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1" name="Line 6">
                  <a:extLst>
                    <a:ext uri="{FF2B5EF4-FFF2-40B4-BE49-F238E27FC236}">
                      <a16:creationId xmlns:a16="http://schemas.microsoft.com/office/drawing/2014/main" id="{6744E6F6-BB60-3EAB-417F-897B94B4B7D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2" name="Line 7">
                  <a:extLst>
                    <a:ext uri="{FF2B5EF4-FFF2-40B4-BE49-F238E27FC236}">
                      <a16:creationId xmlns:a16="http://schemas.microsoft.com/office/drawing/2014/main" id="{78833ED9-BEB3-EF57-3FF1-F4B516C2E76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3" name="Line 8">
                  <a:extLst>
                    <a:ext uri="{FF2B5EF4-FFF2-40B4-BE49-F238E27FC236}">
                      <a16:creationId xmlns:a16="http://schemas.microsoft.com/office/drawing/2014/main" id="{14D2074B-190A-8D0B-F279-F926103C36D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4" name="Line 9">
                  <a:extLst>
                    <a:ext uri="{FF2B5EF4-FFF2-40B4-BE49-F238E27FC236}">
                      <a16:creationId xmlns:a16="http://schemas.microsoft.com/office/drawing/2014/main" id="{1DDA952C-921D-10C5-7C7F-6F44E93843C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5" name="Line 10">
                  <a:extLst>
                    <a:ext uri="{FF2B5EF4-FFF2-40B4-BE49-F238E27FC236}">
                      <a16:creationId xmlns:a16="http://schemas.microsoft.com/office/drawing/2014/main" id="{95E9E2E9-FD78-4E8F-68ED-BF548E8CD11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6" name="Line 11">
                  <a:extLst>
                    <a:ext uri="{FF2B5EF4-FFF2-40B4-BE49-F238E27FC236}">
                      <a16:creationId xmlns:a16="http://schemas.microsoft.com/office/drawing/2014/main" id="{C0B54964-75D6-DAD9-7178-9B4C08744E5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7" name="Line 12">
                  <a:extLst>
                    <a:ext uri="{FF2B5EF4-FFF2-40B4-BE49-F238E27FC236}">
                      <a16:creationId xmlns:a16="http://schemas.microsoft.com/office/drawing/2014/main" id="{4A06A4E5-6931-C769-7990-20FFBB1F740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8" name="Line 13">
                  <a:extLst>
                    <a:ext uri="{FF2B5EF4-FFF2-40B4-BE49-F238E27FC236}">
                      <a16:creationId xmlns:a16="http://schemas.microsoft.com/office/drawing/2014/main" id="{5F8A302B-45EF-E233-C483-BA4CC792C27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9" name="Line 14">
                  <a:extLst>
                    <a:ext uri="{FF2B5EF4-FFF2-40B4-BE49-F238E27FC236}">
                      <a16:creationId xmlns:a16="http://schemas.microsoft.com/office/drawing/2014/main" id="{65287EE2-A862-8F9D-C683-6F52AE9C114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0" name="Line 15">
                  <a:extLst>
                    <a:ext uri="{FF2B5EF4-FFF2-40B4-BE49-F238E27FC236}">
                      <a16:creationId xmlns:a16="http://schemas.microsoft.com/office/drawing/2014/main" id="{F4D21BC3-3CF9-CE1F-B72E-B79B484D2A9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1" name="Line 16">
                  <a:extLst>
                    <a:ext uri="{FF2B5EF4-FFF2-40B4-BE49-F238E27FC236}">
                      <a16:creationId xmlns:a16="http://schemas.microsoft.com/office/drawing/2014/main" id="{4E222CA0-BA38-4CD1-FECE-21A6F59666C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2" name="Line 17">
                  <a:extLst>
                    <a:ext uri="{FF2B5EF4-FFF2-40B4-BE49-F238E27FC236}">
                      <a16:creationId xmlns:a16="http://schemas.microsoft.com/office/drawing/2014/main" id="{AAAB17FF-0C92-9D36-0F63-769ECFF13CA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3" name="Line 18">
                  <a:extLst>
                    <a:ext uri="{FF2B5EF4-FFF2-40B4-BE49-F238E27FC236}">
                      <a16:creationId xmlns:a16="http://schemas.microsoft.com/office/drawing/2014/main" id="{A9175C1F-B6C9-B981-2C5E-F80520B54E0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4" name="Line 19">
                  <a:extLst>
                    <a:ext uri="{FF2B5EF4-FFF2-40B4-BE49-F238E27FC236}">
                      <a16:creationId xmlns:a16="http://schemas.microsoft.com/office/drawing/2014/main" id="{16DB23E5-11DC-969A-D9E0-FFC0DB2F36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5" name="Line 20">
                  <a:extLst>
                    <a:ext uri="{FF2B5EF4-FFF2-40B4-BE49-F238E27FC236}">
                      <a16:creationId xmlns:a16="http://schemas.microsoft.com/office/drawing/2014/main" id="{BBEB2537-05D3-5CC0-6DE6-278E999E43D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6" name="Line 21">
                  <a:extLst>
                    <a:ext uri="{FF2B5EF4-FFF2-40B4-BE49-F238E27FC236}">
                      <a16:creationId xmlns:a16="http://schemas.microsoft.com/office/drawing/2014/main" id="{39FCB229-8D20-452A-50B6-1450779B2BC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7" name="Line 22">
                  <a:extLst>
                    <a:ext uri="{FF2B5EF4-FFF2-40B4-BE49-F238E27FC236}">
                      <a16:creationId xmlns:a16="http://schemas.microsoft.com/office/drawing/2014/main" id="{75E5C064-8CD0-7DA6-12E7-C52E19B25E1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8" name="Line 23">
                  <a:extLst>
                    <a:ext uri="{FF2B5EF4-FFF2-40B4-BE49-F238E27FC236}">
                      <a16:creationId xmlns:a16="http://schemas.microsoft.com/office/drawing/2014/main" id="{ED7570F1-222E-1B62-C60D-DECB77FB3E5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9" name="Line 24">
                  <a:extLst>
                    <a:ext uri="{FF2B5EF4-FFF2-40B4-BE49-F238E27FC236}">
                      <a16:creationId xmlns:a16="http://schemas.microsoft.com/office/drawing/2014/main" id="{3AE6D073-DB39-2111-4E3D-A63CAAB4FF8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90" name="Line 25">
                  <a:extLst>
                    <a:ext uri="{FF2B5EF4-FFF2-40B4-BE49-F238E27FC236}">
                      <a16:creationId xmlns:a16="http://schemas.microsoft.com/office/drawing/2014/main" id="{E095EB32-0A03-6640-5053-7BDA2D522C0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91" name="Line 26">
                  <a:extLst>
                    <a:ext uri="{FF2B5EF4-FFF2-40B4-BE49-F238E27FC236}">
                      <a16:creationId xmlns:a16="http://schemas.microsoft.com/office/drawing/2014/main" id="{93A11E70-B1F8-4613-F7C1-6BC4D815248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40" name="Group 27">
                <a:extLst>
                  <a:ext uri="{FF2B5EF4-FFF2-40B4-BE49-F238E27FC236}">
                    <a16:creationId xmlns:a16="http://schemas.microsoft.com/office/drawing/2014/main" id="{047965E0-198E-9719-8638-0A03B12344F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2" y="0"/>
                <a:ext cx="5376" cy="4320"/>
                <a:chOff x="192" y="0"/>
                <a:chExt cx="5376" cy="4320"/>
              </a:xfrm>
            </p:grpSpPr>
            <p:sp>
              <p:nvSpPr>
                <p:cNvPr id="1041" name="Line 28">
                  <a:extLst>
                    <a:ext uri="{FF2B5EF4-FFF2-40B4-BE49-F238E27FC236}">
                      <a16:creationId xmlns:a16="http://schemas.microsoft.com/office/drawing/2014/main" id="{2C99EE21-208D-4D01-1502-1C06B00A0C6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2" name="Line 29">
                  <a:extLst>
                    <a:ext uri="{FF2B5EF4-FFF2-40B4-BE49-F238E27FC236}">
                      <a16:creationId xmlns:a16="http://schemas.microsoft.com/office/drawing/2014/main" id="{61C8C160-0FF1-55C6-809D-020885589D8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3" name="Line 30">
                  <a:extLst>
                    <a:ext uri="{FF2B5EF4-FFF2-40B4-BE49-F238E27FC236}">
                      <a16:creationId xmlns:a16="http://schemas.microsoft.com/office/drawing/2014/main" id="{BFF4FFAB-F33F-54D8-9F7A-A056DEFE6CA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4" name="Line 31">
                  <a:extLst>
                    <a:ext uri="{FF2B5EF4-FFF2-40B4-BE49-F238E27FC236}">
                      <a16:creationId xmlns:a16="http://schemas.microsoft.com/office/drawing/2014/main" id="{7240430A-49F1-5DE7-6D22-C729FFF6DA8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5" name="Line 32">
                  <a:extLst>
                    <a:ext uri="{FF2B5EF4-FFF2-40B4-BE49-F238E27FC236}">
                      <a16:creationId xmlns:a16="http://schemas.microsoft.com/office/drawing/2014/main" id="{DF923C4B-F6D3-5C3D-ACF5-0531ED4E482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6" name="Line 33">
                  <a:extLst>
                    <a:ext uri="{FF2B5EF4-FFF2-40B4-BE49-F238E27FC236}">
                      <a16:creationId xmlns:a16="http://schemas.microsoft.com/office/drawing/2014/main" id="{771F27F6-93C6-2D2F-3CD9-DAABD5E3C43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7" name="Line 34">
                  <a:extLst>
                    <a:ext uri="{FF2B5EF4-FFF2-40B4-BE49-F238E27FC236}">
                      <a16:creationId xmlns:a16="http://schemas.microsoft.com/office/drawing/2014/main" id="{548C30EB-AD50-A60C-F600-91C13A27C48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8" name="Line 35">
                  <a:extLst>
                    <a:ext uri="{FF2B5EF4-FFF2-40B4-BE49-F238E27FC236}">
                      <a16:creationId xmlns:a16="http://schemas.microsoft.com/office/drawing/2014/main" id="{C510AF89-A377-DFC5-E15C-66E380BA04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9" name="Line 36">
                  <a:extLst>
                    <a:ext uri="{FF2B5EF4-FFF2-40B4-BE49-F238E27FC236}">
                      <a16:creationId xmlns:a16="http://schemas.microsoft.com/office/drawing/2014/main" id="{37437EDB-B134-3FB0-658C-9806D018EF0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0" name="Line 37">
                  <a:extLst>
                    <a:ext uri="{FF2B5EF4-FFF2-40B4-BE49-F238E27FC236}">
                      <a16:creationId xmlns:a16="http://schemas.microsoft.com/office/drawing/2014/main" id="{4039A82E-6DE6-AD1B-F09B-6248462774B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1" name="Line 38">
                  <a:extLst>
                    <a:ext uri="{FF2B5EF4-FFF2-40B4-BE49-F238E27FC236}">
                      <a16:creationId xmlns:a16="http://schemas.microsoft.com/office/drawing/2014/main" id="{FF626D23-3BF0-5E2D-219E-E174B2B1D6A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2" name="Line 39">
                  <a:extLst>
                    <a:ext uri="{FF2B5EF4-FFF2-40B4-BE49-F238E27FC236}">
                      <a16:creationId xmlns:a16="http://schemas.microsoft.com/office/drawing/2014/main" id="{2F20DD68-2C22-30E8-4F3F-5B788C54F13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3" name="Line 40">
                  <a:extLst>
                    <a:ext uri="{FF2B5EF4-FFF2-40B4-BE49-F238E27FC236}">
                      <a16:creationId xmlns:a16="http://schemas.microsoft.com/office/drawing/2014/main" id="{81195F08-FC3E-7ABE-C313-68B8F3A0C6E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4" name="Line 41">
                  <a:extLst>
                    <a:ext uri="{FF2B5EF4-FFF2-40B4-BE49-F238E27FC236}">
                      <a16:creationId xmlns:a16="http://schemas.microsoft.com/office/drawing/2014/main" id="{0C471DBB-EF34-6A0A-8239-81F12A4526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5" name="Line 42">
                  <a:extLst>
                    <a:ext uri="{FF2B5EF4-FFF2-40B4-BE49-F238E27FC236}">
                      <a16:creationId xmlns:a16="http://schemas.microsoft.com/office/drawing/2014/main" id="{F3D08D40-4127-BC8E-0A08-9A2F8E62B4B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6" name="Line 43">
                  <a:extLst>
                    <a:ext uri="{FF2B5EF4-FFF2-40B4-BE49-F238E27FC236}">
                      <a16:creationId xmlns:a16="http://schemas.microsoft.com/office/drawing/2014/main" id="{C2B1C81A-AAB2-6816-AAE7-CEEEE04B9F1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7" name="Line 44">
                  <a:extLst>
                    <a:ext uri="{FF2B5EF4-FFF2-40B4-BE49-F238E27FC236}">
                      <a16:creationId xmlns:a16="http://schemas.microsoft.com/office/drawing/2014/main" id="{8B72ED63-392A-1B96-7327-45487B98421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8" name="Line 45">
                  <a:extLst>
                    <a:ext uri="{FF2B5EF4-FFF2-40B4-BE49-F238E27FC236}">
                      <a16:creationId xmlns:a16="http://schemas.microsoft.com/office/drawing/2014/main" id="{AF85ECCE-916C-0FD5-77FA-B5A1A64E1EA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9" name="Line 46">
                  <a:extLst>
                    <a:ext uri="{FF2B5EF4-FFF2-40B4-BE49-F238E27FC236}">
                      <a16:creationId xmlns:a16="http://schemas.microsoft.com/office/drawing/2014/main" id="{642CE455-7A54-BEE5-D5ED-61FA60E901C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0" name="Line 47">
                  <a:extLst>
                    <a:ext uri="{FF2B5EF4-FFF2-40B4-BE49-F238E27FC236}">
                      <a16:creationId xmlns:a16="http://schemas.microsoft.com/office/drawing/2014/main" id="{1B0C8DA5-1072-A684-8F58-5B92E3DEB7A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1" name="Line 48">
                  <a:extLst>
                    <a:ext uri="{FF2B5EF4-FFF2-40B4-BE49-F238E27FC236}">
                      <a16:creationId xmlns:a16="http://schemas.microsoft.com/office/drawing/2014/main" id="{5535AC7A-4B44-935F-E655-95FEC4844ED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2" name="Line 49">
                  <a:extLst>
                    <a:ext uri="{FF2B5EF4-FFF2-40B4-BE49-F238E27FC236}">
                      <a16:creationId xmlns:a16="http://schemas.microsoft.com/office/drawing/2014/main" id="{1A788F62-6401-A651-E8DB-C62F8FFEF97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3" name="Line 50">
                  <a:extLst>
                    <a:ext uri="{FF2B5EF4-FFF2-40B4-BE49-F238E27FC236}">
                      <a16:creationId xmlns:a16="http://schemas.microsoft.com/office/drawing/2014/main" id="{E0E13000-1FD0-DBFD-5C9E-6E3953DCDB2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4" name="Line 51">
                  <a:extLst>
                    <a:ext uri="{FF2B5EF4-FFF2-40B4-BE49-F238E27FC236}">
                      <a16:creationId xmlns:a16="http://schemas.microsoft.com/office/drawing/2014/main" id="{59C802EF-0102-37E4-ABE5-99D42A570E0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5" name="Line 52">
                  <a:extLst>
                    <a:ext uri="{FF2B5EF4-FFF2-40B4-BE49-F238E27FC236}">
                      <a16:creationId xmlns:a16="http://schemas.microsoft.com/office/drawing/2014/main" id="{C4AD3794-3631-1419-F7EC-3AA4C6F6E55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6" name="Line 53">
                  <a:extLst>
                    <a:ext uri="{FF2B5EF4-FFF2-40B4-BE49-F238E27FC236}">
                      <a16:creationId xmlns:a16="http://schemas.microsoft.com/office/drawing/2014/main" id="{4CC955E3-27A1-3D16-D2C2-3BB0E1376F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7" name="Line 54">
                  <a:extLst>
                    <a:ext uri="{FF2B5EF4-FFF2-40B4-BE49-F238E27FC236}">
                      <a16:creationId xmlns:a16="http://schemas.microsoft.com/office/drawing/2014/main" id="{8F54F711-CFC8-A63A-FBC0-EF71949C503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8" name="Line 55">
                  <a:extLst>
                    <a:ext uri="{FF2B5EF4-FFF2-40B4-BE49-F238E27FC236}">
                      <a16:creationId xmlns:a16="http://schemas.microsoft.com/office/drawing/2014/main" id="{4C3AEE0D-0DC0-C55D-4295-BE5238032AC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9" name="Line 56">
                  <a:extLst>
                    <a:ext uri="{FF2B5EF4-FFF2-40B4-BE49-F238E27FC236}">
                      <a16:creationId xmlns:a16="http://schemas.microsoft.com/office/drawing/2014/main" id="{9D5D7A77-1443-7493-8773-92A7C5B9922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1033" name="Rectangle 57" descr="60%">
              <a:extLst>
                <a:ext uri="{FF2B5EF4-FFF2-40B4-BE49-F238E27FC236}">
                  <a16:creationId xmlns:a16="http://schemas.microsoft.com/office/drawing/2014/main" id="{7768EDCD-EFC3-838D-9FD9-8FCC93EA3868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2112" y="0"/>
              <a:ext cx="3648" cy="96"/>
            </a:xfrm>
            <a:prstGeom prst="rect">
              <a:avLst/>
            </a:prstGeom>
            <a:pattFill prst="pct60">
              <a:fgClr>
                <a:schemeClr val="folHlink"/>
              </a:fgClr>
              <a:bgClr>
                <a:schemeClr val="bg1"/>
              </a:bgClr>
            </a:pattFill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34" name="Line 58">
              <a:extLst>
                <a:ext uri="{FF2B5EF4-FFF2-40B4-BE49-F238E27FC236}">
                  <a16:creationId xmlns:a16="http://schemas.microsoft.com/office/drawing/2014/main" id="{31AB8EB4-B0FC-007C-9DDD-2E0F9DB2C97F}"/>
                </a:ext>
              </a:extLst>
            </p:cNvPr>
            <p:cNvSpPr>
              <a:spLocks noChangeShapeType="1"/>
            </p:cNvSpPr>
            <p:nvPr/>
          </p:nvSpPr>
          <p:spPr bwMode="ltGray">
            <a:xfrm>
              <a:off x="5568" y="0"/>
              <a:ext cx="0" cy="148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035" name="Group 59">
              <a:extLst>
                <a:ext uri="{FF2B5EF4-FFF2-40B4-BE49-F238E27FC236}">
                  <a16:creationId xmlns:a16="http://schemas.microsoft.com/office/drawing/2014/main" id="{11E44544-BA8F-0F99-D78B-B9FC81C8D71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892"/>
              <a:ext cx="1124" cy="1464"/>
              <a:chOff x="96" y="916"/>
              <a:chExt cx="2208" cy="2876"/>
            </a:xfrm>
          </p:grpSpPr>
          <p:sp>
            <p:nvSpPr>
              <p:cNvPr id="1036" name="Line 60">
                <a:extLst>
                  <a:ext uri="{FF2B5EF4-FFF2-40B4-BE49-F238E27FC236}">
                    <a16:creationId xmlns:a16="http://schemas.microsoft.com/office/drawing/2014/main" id="{617E161D-B076-A8E1-3538-73F3FCFD0DC1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 flipH="1">
                <a:off x="96" y="1038"/>
                <a:ext cx="22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7" name="Line 61">
                <a:extLst>
                  <a:ext uri="{FF2B5EF4-FFF2-40B4-BE49-F238E27FC236}">
                    <a16:creationId xmlns:a16="http://schemas.microsoft.com/office/drawing/2014/main" id="{A8336E50-FE9D-3B15-5EDE-18B32B633FC7}"/>
                  </a:ext>
                </a:extLst>
              </p:cNvPr>
              <p:cNvSpPr>
                <a:spLocks noChangeShapeType="1"/>
              </p:cNvSpPr>
              <p:nvPr/>
            </p:nvSpPr>
            <p:spPr bwMode="ltGray">
              <a:xfrm>
                <a:off x="336" y="920"/>
                <a:ext cx="0" cy="287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8" name="Arc 62">
                <a:extLst>
                  <a:ext uri="{FF2B5EF4-FFF2-40B4-BE49-F238E27FC236}">
                    <a16:creationId xmlns:a16="http://schemas.microsoft.com/office/drawing/2014/main" id="{CF244721-DD2A-3D14-0DD1-B2B86538A734}"/>
                  </a:ext>
                </a:extLst>
              </p:cNvPr>
              <p:cNvSpPr>
                <a:spLocks/>
              </p:cNvSpPr>
              <p:nvPr/>
            </p:nvSpPr>
            <p:spPr bwMode="ltGray">
              <a:xfrm flipH="1">
                <a:off x="218" y="916"/>
                <a:ext cx="238" cy="240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1027" name="Rectangle 63">
            <a:extLst>
              <a:ext uri="{FF2B5EF4-FFF2-40B4-BE49-F238E27FC236}">
                <a16:creationId xmlns:a16="http://schemas.microsoft.com/office/drawing/2014/main" id="{1A3A27E5-4E6C-5050-36F2-056BF1E1E6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64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56121243-F365-10A6-FB08-DCB9B69C85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9050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161" name="Rectangle 65">
            <a:extLst>
              <a:ext uri="{FF2B5EF4-FFF2-40B4-BE49-F238E27FC236}">
                <a16:creationId xmlns:a16="http://schemas.microsoft.com/office/drawing/2014/main" id="{88FC708E-01D1-A62F-CA2B-8D94126EBE2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6200" y="6248400"/>
            <a:ext cx="3505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ahoma" charset="0"/>
                <a:ea typeface="ＭＳ Ｐゴシック" charset="-128"/>
              </a:defRPr>
            </a:lvl1pPr>
          </a:lstStyle>
          <a:p>
            <a:pPr>
              <a:defRPr/>
            </a:pPr>
            <a:r>
              <a:rPr lang="en-US" altLang="en-US"/>
              <a:t>FPT University</a:t>
            </a:r>
          </a:p>
        </p:txBody>
      </p:sp>
      <p:sp>
        <p:nvSpPr>
          <p:cNvPr id="4162" name="Rectangle 66">
            <a:extLst>
              <a:ext uri="{FF2B5EF4-FFF2-40B4-BE49-F238E27FC236}">
                <a16:creationId xmlns:a16="http://schemas.microsoft.com/office/drawing/2014/main" id="{ACC9B17A-45A2-7998-22D4-931C695F80F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814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ahom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4163" name="Rectangle 67">
            <a:extLst>
              <a:ext uri="{FF2B5EF4-FFF2-40B4-BE49-F238E27FC236}">
                <a16:creationId xmlns:a16="http://schemas.microsoft.com/office/drawing/2014/main" id="{38BF25B9-B24A-41F6-157F-0C1EE5857C1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D12ABB21-48D9-448D-8FEB-249072C9CAB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5" r:id="rId1"/>
    <p:sldLayoutId id="2147483900" r:id="rId2"/>
    <p:sldLayoutId id="2147483901" r:id="rId3"/>
    <p:sldLayoutId id="2147483902" r:id="rId4"/>
    <p:sldLayoutId id="2147483903" r:id="rId5"/>
    <p:sldLayoutId id="2147483904" r:id="rId6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MS PGothic" panose="020B0600070205080204" pitchFamily="34" charset="-128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MS PGothic" panose="020B0600070205080204" pitchFamily="34" charset="-128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MS PGothic" panose="020B0600070205080204" pitchFamily="34" charset="-128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MS PGothic" panose="020B0600070205080204" pitchFamily="34" charset="-128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MS PGothic" panose="020B0600070205080204" pitchFamily="34" charset="-128"/>
          <a:cs typeface="ＭＳ Ｐゴシック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q"/>
        <a:defRPr sz="32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1F781AFB-F5C7-A7BE-183C-DB3EFD0524F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219200" y="1752600"/>
            <a:ext cx="6858000" cy="1143000"/>
          </a:xfrm>
        </p:spPr>
        <p:txBody>
          <a:bodyPr/>
          <a:lstStyle/>
          <a:p>
            <a:pPr eaLnBrk="1" hangingPunct="1"/>
            <a:r>
              <a:rPr lang="en-US" altLang="en-US"/>
              <a:t>Human Speech Production</a:t>
            </a:r>
          </a:p>
        </p:txBody>
      </p:sp>
      <p:pic>
        <p:nvPicPr>
          <p:cNvPr id="5123" name="Picture 3">
            <a:extLst>
              <a:ext uri="{FF2B5EF4-FFF2-40B4-BE49-F238E27FC236}">
                <a16:creationId xmlns:a16="http://schemas.microsoft.com/office/drawing/2014/main" id="{1446EDC6-35A0-4623-9AF6-FBD67249A9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F6E45863-5047-B030-4DF9-BB5CEE62B5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Contents</a:t>
            </a:r>
          </a:p>
        </p:txBody>
      </p:sp>
      <p:sp>
        <p:nvSpPr>
          <p:cNvPr id="7171" name="Text Placeholder 2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382C8365-A2EB-7187-F244-F249C7B8795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905000"/>
            <a:ext cx="7772400" cy="4114800"/>
          </a:xfrm>
        </p:spPr>
        <p:txBody>
          <a:bodyPr/>
          <a:lstStyle/>
          <a:p>
            <a:r>
              <a:rPr lang="en-US" altLang="en-US" sz="2000"/>
              <a:t>Hearing</a:t>
            </a:r>
          </a:p>
          <a:p>
            <a:r>
              <a:rPr lang="en-US" altLang="en-US" sz="2000"/>
              <a:t>Auditory Models</a:t>
            </a:r>
          </a:p>
          <a:p>
            <a:r>
              <a:rPr lang="en-US" altLang="en-US" sz="2000"/>
              <a:t>Speech Perception</a:t>
            </a:r>
          </a:p>
        </p:txBody>
      </p:sp>
      <p:sp>
        <p:nvSpPr>
          <p:cNvPr id="7172" name="Slide Number Placeholder 5">
            <a:extLst>
              <a:ext uri="{FF2B5EF4-FFF2-40B4-BE49-F238E27FC236}">
                <a16:creationId xmlns:a16="http://schemas.microsoft.com/office/drawing/2014/main" id="{0695425D-F0E9-3E61-C48D-66BAA8C4C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50B350D-C541-4356-8A7F-15A75877D66D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400"/>
          </a:p>
        </p:txBody>
      </p:sp>
      <p:pic>
        <p:nvPicPr>
          <p:cNvPr id="7173" name="Picture 4">
            <a:extLst>
              <a:ext uri="{FF2B5EF4-FFF2-40B4-BE49-F238E27FC236}">
                <a16:creationId xmlns:a16="http://schemas.microsoft.com/office/drawing/2014/main" id="{FC0F9E53-0B2D-6D22-75BF-E911EEF826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DB0D9B31-7EE5-F0BE-495C-95B600897D0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219200" y="1752600"/>
            <a:ext cx="6477000" cy="1143000"/>
          </a:xfrm>
        </p:spPr>
        <p:txBody>
          <a:bodyPr/>
          <a:lstStyle/>
          <a:p>
            <a:pPr eaLnBrk="1" hangingPunct="1"/>
            <a:r>
              <a:rPr lang="en-US" altLang="en-US"/>
              <a:t>Hearing</a:t>
            </a:r>
          </a:p>
        </p:txBody>
      </p:sp>
      <p:pic>
        <p:nvPicPr>
          <p:cNvPr id="8195" name="Picture 3">
            <a:extLst>
              <a:ext uri="{FF2B5EF4-FFF2-40B4-BE49-F238E27FC236}">
                <a16:creationId xmlns:a16="http://schemas.microsoft.com/office/drawing/2014/main" id="{39A6A599-DEDB-FD75-CF1A-7B665B07D5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id="{52BB5518-2081-A7CD-5BAA-822BE31778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/>
              <a:t>Hearing</a:t>
            </a:r>
          </a:p>
        </p:txBody>
      </p:sp>
      <p:sp>
        <p:nvSpPr>
          <p:cNvPr id="10243" name="Slide Number Placeholder 5">
            <a:extLst>
              <a:ext uri="{FF2B5EF4-FFF2-40B4-BE49-F238E27FC236}">
                <a16:creationId xmlns:a16="http://schemas.microsoft.com/office/drawing/2014/main" id="{8226DAB6-8AFE-95BF-926A-732E37D61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089B704-EDB8-4654-99A4-74F41E84B098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400"/>
          </a:p>
        </p:txBody>
      </p:sp>
      <p:sp>
        <p:nvSpPr>
          <p:cNvPr id="10244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99FCBE76-2EB8-A05D-8EAE-7DD0AE020DA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Human Hearing Mechanism</a:t>
            </a:r>
            <a:endParaRPr lang="vi-VN" altLang="en-US" sz="2000" b="1"/>
          </a:p>
        </p:txBody>
      </p:sp>
      <p:pic>
        <p:nvPicPr>
          <p:cNvPr id="10245" name="Picture 5">
            <a:extLst>
              <a:ext uri="{FF2B5EF4-FFF2-40B4-BE49-F238E27FC236}">
                <a16:creationId xmlns:a16="http://schemas.microsoft.com/office/drawing/2014/main" id="{06DF526D-A2CB-9535-788E-CC44F0D458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6" name="TextBox 2">
            <a:extLst>
              <a:ext uri="{FF2B5EF4-FFF2-40B4-BE49-F238E27FC236}">
                <a16:creationId xmlns:a16="http://schemas.microsoft.com/office/drawing/2014/main" id="{14B763FE-810B-A630-FDE4-54E77A1329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288" y="2401888"/>
            <a:ext cx="7566025" cy="289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60020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Anatomy of the Auditory System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600"/>
              <a:t>The auditory system includes the outer ear (pinna), middle ear (eardrum and ossicles), inner ear (cochlea), and auditory nerve pathway to the brain.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600"/>
              <a:t>The cochlea plays a crucial role in transforming sound vibrations into neural signals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Importance of Acoustic Analysis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600"/>
              <a:t>The brain processes auditory signals through complex neural networks, distinguishing speech sounds based on frequency, intensity, and temporal patterns.</a:t>
            </a:r>
            <a:endParaRPr lang="en-US" altLang="en-US"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1B288E11-FB46-ADCB-1401-259DE90C3A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/>
              <a:t>Hearing</a:t>
            </a:r>
          </a:p>
        </p:txBody>
      </p:sp>
      <p:sp>
        <p:nvSpPr>
          <p:cNvPr id="12291" name="Slide Number Placeholder 5">
            <a:extLst>
              <a:ext uri="{FF2B5EF4-FFF2-40B4-BE49-F238E27FC236}">
                <a16:creationId xmlns:a16="http://schemas.microsoft.com/office/drawing/2014/main" id="{E72C1C88-6EDC-950E-61D2-DF569E84A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F989EF2-7994-4775-B2AC-01D054F0EBC5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400"/>
          </a:p>
        </p:txBody>
      </p:sp>
      <p:sp>
        <p:nvSpPr>
          <p:cNvPr id="12292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22C2ADCC-86E9-2AA0-9952-0247B0A1843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Speech Perception in Humans</a:t>
            </a:r>
            <a:endParaRPr lang="vi-VN" altLang="en-US" sz="2000" b="1"/>
          </a:p>
        </p:txBody>
      </p:sp>
      <p:pic>
        <p:nvPicPr>
          <p:cNvPr id="12293" name="Picture 5">
            <a:extLst>
              <a:ext uri="{FF2B5EF4-FFF2-40B4-BE49-F238E27FC236}">
                <a16:creationId xmlns:a16="http://schemas.microsoft.com/office/drawing/2014/main" id="{A32B63B0-6178-9E0D-91A9-C79C7593D7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6" name="TextBox 2">
            <a:extLst>
              <a:ext uri="{FF2B5EF4-FFF2-40B4-BE49-F238E27FC236}">
                <a16:creationId xmlns:a16="http://schemas.microsoft.com/office/drawing/2014/main" id="{46836158-A642-EDB8-C2CB-4122591597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288" y="2401888"/>
            <a:ext cx="7566025" cy="286226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60020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1800" b="1"/>
              <a:t>Speech Processing Pathway:</a:t>
            </a:r>
          </a:p>
          <a:p>
            <a:pPr marL="1885950" lvl="1">
              <a:spcBef>
                <a:spcPct val="0"/>
              </a:spcBef>
              <a:buClrTx/>
              <a:buSzTx/>
              <a:defRPr/>
            </a:pPr>
            <a:r>
              <a:rPr lang="en-US" altLang="en-US" sz="1600"/>
              <a:t>Incoming speech signals are processed through the auditory cortex, where phonemes (distinct speech sounds) are identified and assembled into words and sentences.</a:t>
            </a:r>
          </a:p>
          <a:p>
            <a:pPr marL="1885950" lvl="1">
              <a:spcBef>
                <a:spcPct val="0"/>
              </a:spcBef>
              <a:buClrTx/>
              <a:buSzTx/>
              <a:defRPr/>
            </a:pPr>
            <a:r>
              <a:rPr lang="en-US" altLang="en-US" sz="1600"/>
              <a:t>Higher-level cognitive processes integrate linguistic context, semantics, and prior knowledge to comprehend spoken language.</a:t>
            </a:r>
            <a:endParaRPr lang="vi-VN" altLang="en-US" sz="1600"/>
          </a:p>
          <a:p>
            <a:pPr lvl="1" inden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  <a:defRPr/>
            </a:pPr>
            <a:endParaRPr lang="en-US" altLang="en-US" sz="1600"/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1800" b="1"/>
              <a:t>Cognitive Factors:</a:t>
            </a:r>
          </a:p>
          <a:p>
            <a:pPr marL="1885950" lvl="1">
              <a:spcBef>
                <a:spcPct val="0"/>
              </a:spcBef>
              <a:buClrTx/>
              <a:buSzTx/>
              <a:defRPr/>
            </a:pPr>
            <a:r>
              <a:rPr lang="vi-VN" altLang="en-US" sz="1600"/>
              <a:t>Attention</a:t>
            </a:r>
            <a:r>
              <a:rPr lang="en-US" altLang="en-US" sz="1600"/>
              <a:t>, memory, and language proficiency influence how humans perceive and understand speech.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52F907A9-8E9F-06C4-D261-90D0C614DE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/>
              <a:t>Hearing</a:t>
            </a:r>
          </a:p>
        </p:txBody>
      </p:sp>
      <p:sp>
        <p:nvSpPr>
          <p:cNvPr id="14339" name="Slide Number Placeholder 5">
            <a:extLst>
              <a:ext uri="{FF2B5EF4-FFF2-40B4-BE49-F238E27FC236}">
                <a16:creationId xmlns:a16="http://schemas.microsoft.com/office/drawing/2014/main" id="{1BF080A8-2A3F-E1A7-E409-C6C6A72E6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80A66B0-95EA-4E93-B7A5-637F9EBF003D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400"/>
          </a:p>
        </p:txBody>
      </p:sp>
      <p:sp>
        <p:nvSpPr>
          <p:cNvPr id="14340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045EDBDE-42B5-0C5A-B021-BF68EC40BDC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Speech Perception in Humans</a:t>
            </a:r>
            <a:endParaRPr lang="vi-VN" altLang="en-US" sz="2000" b="1"/>
          </a:p>
        </p:txBody>
      </p:sp>
      <p:pic>
        <p:nvPicPr>
          <p:cNvPr id="14341" name="Picture 5">
            <a:extLst>
              <a:ext uri="{FF2B5EF4-FFF2-40B4-BE49-F238E27FC236}">
                <a16:creationId xmlns:a16="http://schemas.microsoft.com/office/drawing/2014/main" id="{E3839DF3-5AD6-84C5-39F8-1F9EF5C6D0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6" name="TextBox 2">
            <a:extLst>
              <a:ext uri="{FF2B5EF4-FFF2-40B4-BE49-F238E27FC236}">
                <a16:creationId xmlns:a16="http://schemas.microsoft.com/office/drawing/2014/main" id="{0AC53AC6-E594-0FDD-9A4E-DE3568BF40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288" y="2401888"/>
            <a:ext cx="7566025" cy="286226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60020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1800" b="1"/>
              <a:t>Speech Processing Pathway:</a:t>
            </a:r>
          </a:p>
          <a:p>
            <a:pPr marL="1885950" lvl="1">
              <a:spcBef>
                <a:spcPct val="0"/>
              </a:spcBef>
              <a:buClrTx/>
              <a:buSzTx/>
              <a:defRPr/>
            </a:pPr>
            <a:r>
              <a:rPr lang="en-US" altLang="en-US" sz="1600"/>
              <a:t>Incoming speech signals are processed through the auditory cortex, where phonemes (distinct speech sounds) are identified and assembled into words and sentences.</a:t>
            </a:r>
          </a:p>
          <a:p>
            <a:pPr marL="1885950" lvl="1">
              <a:spcBef>
                <a:spcPct val="0"/>
              </a:spcBef>
              <a:buClrTx/>
              <a:buSzTx/>
              <a:defRPr/>
            </a:pPr>
            <a:r>
              <a:rPr lang="en-US" altLang="en-US" sz="1600"/>
              <a:t>Higher-level cognitive processes integrate linguistic context, semantics, and prior knowledge to comprehend spoken language.</a:t>
            </a:r>
            <a:endParaRPr lang="vi-VN" altLang="en-US" sz="1600"/>
          </a:p>
          <a:p>
            <a:pPr lvl="1" inden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  <a:defRPr/>
            </a:pPr>
            <a:endParaRPr lang="en-US" altLang="en-US" sz="1600"/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1800" b="1"/>
              <a:t>Cognitive Factors:</a:t>
            </a:r>
          </a:p>
          <a:p>
            <a:pPr marL="1885950" lvl="1">
              <a:spcBef>
                <a:spcPct val="0"/>
              </a:spcBef>
              <a:buClrTx/>
              <a:buSzTx/>
              <a:defRPr/>
            </a:pPr>
            <a:r>
              <a:rPr lang="vi-VN" altLang="en-US" sz="1600"/>
              <a:t>Attention</a:t>
            </a:r>
            <a:r>
              <a:rPr lang="en-US" altLang="en-US" sz="1600"/>
              <a:t>, memory, and language proficiency influence how humans perceive and understand speech.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356659E4-67C6-8C26-E0C0-8F878FEABF9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219200" y="1752600"/>
            <a:ext cx="6477000" cy="1143000"/>
          </a:xfrm>
        </p:spPr>
        <p:txBody>
          <a:bodyPr/>
          <a:lstStyle/>
          <a:p>
            <a:pPr eaLnBrk="1" hangingPunct="1"/>
            <a:r>
              <a:rPr lang="en-US" altLang="en-US"/>
              <a:t>Auditory Models</a:t>
            </a:r>
          </a:p>
        </p:txBody>
      </p:sp>
      <p:pic>
        <p:nvPicPr>
          <p:cNvPr id="16387" name="Picture 3">
            <a:extLst>
              <a:ext uri="{FF2B5EF4-FFF2-40B4-BE49-F238E27FC236}">
                <a16:creationId xmlns:a16="http://schemas.microsoft.com/office/drawing/2014/main" id="{3ED2664D-6CF0-7EF9-6464-263217474A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DEB88A62-E5BB-6CD4-EEB8-808140732E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/>
              <a:t>Auditory Models</a:t>
            </a:r>
          </a:p>
        </p:txBody>
      </p:sp>
      <p:sp>
        <p:nvSpPr>
          <p:cNvPr id="18435" name="Slide Number Placeholder 5">
            <a:extLst>
              <a:ext uri="{FF2B5EF4-FFF2-40B4-BE49-F238E27FC236}">
                <a16:creationId xmlns:a16="http://schemas.microsoft.com/office/drawing/2014/main" id="{AE10D0BE-77AA-D8A0-8E2B-2A7639E19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CFA13C7-0CA9-4A65-A877-EC902AD5159F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400"/>
          </a:p>
        </p:txBody>
      </p:sp>
      <p:sp>
        <p:nvSpPr>
          <p:cNvPr id="18436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FA5A6488-AF9D-27DF-E0BA-36B44489A85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Introduction </a:t>
            </a:r>
            <a:endParaRPr lang="vi-VN" altLang="en-US" sz="2000" b="1"/>
          </a:p>
        </p:txBody>
      </p:sp>
      <p:pic>
        <p:nvPicPr>
          <p:cNvPr id="18437" name="Picture 5">
            <a:extLst>
              <a:ext uri="{FF2B5EF4-FFF2-40B4-BE49-F238E27FC236}">
                <a16:creationId xmlns:a16="http://schemas.microsoft.com/office/drawing/2014/main" id="{929809E8-5B85-907C-EC97-B9CF05F8CB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6" name="TextBox 2">
            <a:extLst>
              <a:ext uri="{FF2B5EF4-FFF2-40B4-BE49-F238E27FC236}">
                <a16:creationId xmlns:a16="http://schemas.microsoft.com/office/drawing/2014/main" id="{B84468EB-4D46-B456-6EEF-3AFF29B5F1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288" y="2401888"/>
            <a:ext cx="7566025" cy="335438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60020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1800" b="1" dirty="0"/>
              <a:t>Overview of Auditory Processing:</a:t>
            </a:r>
          </a:p>
          <a:p>
            <a:pPr marL="1885950" lvl="1">
              <a:spcBef>
                <a:spcPct val="0"/>
              </a:spcBef>
              <a:buClrTx/>
              <a:buSzTx/>
              <a:defRPr/>
            </a:pPr>
            <a:r>
              <a:rPr lang="en-US" altLang="en-US" sz="1600" dirty="0"/>
              <a:t>Auditory models aim to simulate the human auditory system's function, including sound perception, frequency analysis, and temporal processing.</a:t>
            </a:r>
          </a:p>
          <a:p>
            <a:pPr marL="1885950" lvl="1">
              <a:spcBef>
                <a:spcPct val="0"/>
              </a:spcBef>
              <a:buClrTx/>
              <a:buSzTx/>
              <a:defRPr/>
            </a:pPr>
            <a:r>
              <a:rPr lang="en-US" altLang="en-US" sz="1600" dirty="0"/>
              <a:t>They play a crucial role in understanding how the brain processes sound and facilitates speech recognition, music analysis, and biomedical engineering applications.</a:t>
            </a:r>
            <a:endParaRPr lang="vi-VN" altLang="en-US" sz="1600" dirty="0"/>
          </a:p>
          <a:p>
            <a:pPr lvl="1" inden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  <a:defRPr/>
            </a:pPr>
            <a:endParaRPr lang="en-US" altLang="en-US" sz="1600" dirty="0"/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1800" b="1" dirty="0"/>
              <a:t>Role of Machine Learning:</a:t>
            </a:r>
          </a:p>
          <a:p>
            <a:pPr marL="1885950" lvl="1">
              <a:spcBef>
                <a:spcPct val="0"/>
              </a:spcBef>
              <a:buClrTx/>
              <a:buSzTx/>
              <a:defRPr/>
            </a:pPr>
            <a:r>
              <a:rPr lang="en-US" altLang="en-US" sz="1600" dirty="0"/>
              <a:t>Machine learning provides tools to develop computational models that mimic aspects of auditory processing, enabling tasks such as sound classification, source separation, and feature extraction.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C2C6E64B-62A3-1A63-0674-1D08784429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/>
              <a:t>Auditory Models</a:t>
            </a:r>
          </a:p>
        </p:txBody>
      </p:sp>
      <p:sp>
        <p:nvSpPr>
          <p:cNvPr id="20483" name="Slide Number Placeholder 5">
            <a:extLst>
              <a:ext uri="{FF2B5EF4-FFF2-40B4-BE49-F238E27FC236}">
                <a16:creationId xmlns:a16="http://schemas.microsoft.com/office/drawing/2014/main" id="{F0DF9246-1AF6-BCF1-1185-EF2E83A67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963EF30-CFD3-4658-BF66-D290C99A5778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400"/>
          </a:p>
        </p:txBody>
      </p:sp>
      <p:sp>
        <p:nvSpPr>
          <p:cNvPr id="20484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8690CB80-E06E-A185-9197-E06FB6D8467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Auditory Models and Machine Learning</a:t>
            </a:r>
            <a:endParaRPr lang="vi-VN" altLang="en-US" sz="2000" b="1"/>
          </a:p>
        </p:txBody>
      </p:sp>
      <p:pic>
        <p:nvPicPr>
          <p:cNvPr id="20485" name="Picture 5">
            <a:extLst>
              <a:ext uri="{FF2B5EF4-FFF2-40B4-BE49-F238E27FC236}">
                <a16:creationId xmlns:a16="http://schemas.microsoft.com/office/drawing/2014/main" id="{160204B8-B5B0-9D5B-A7C2-1CAD8B9A84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6" name="TextBox 2">
            <a:extLst>
              <a:ext uri="{FF2B5EF4-FFF2-40B4-BE49-F238E27FC236}">
                <a16:creationId xmlns:a16="http://schemas.microsoft.com/office/drawing/2014/main" id="{1CB8050C-08B2-8102-80EA-C2D08C4730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288" y="2401888"/>
            <a:ext cx="7566025" cy="190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885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Integration of machine learning in auditory processing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600"/>
              <a:t>Advantages of using machine learning for auditory tasks.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600"/>
              <a:t>Automation of feature extraction and classification tasks.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Types of machine learning algorithms used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600"/>
              <a:t>Supervised learning (e.g., SVM, neural networks).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600"/>
              <a:t>Unsupervised learning for clustering and segmentation.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B52C4572-383C-FB69-CB99-AE25710586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/>
              <a:t>Auditory Models</a:t>
            </a:r>
          </a:p>
        </p:txBody>
      </p:sp>
      <p:sp>
        <p:nvSpPr>
          <p:cNvPr id="22531" name="Slide Number Placeholder 5">
            <a:extLst>
              <a:ext uri="{FF2B5EF4-FFF2-40B4-BE49-F238E27FC236}">
                <a16:creationId xmlns:a16="http://schemas.microsoft.com/office/drawing/2014/main" id="{951E5CF2-29E7-9060-9B0F-5D85C438E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02D474B-40CF-4FC9-9FCB-24ACF2A521BA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400"/>
          </a:p>
        </p:txBody>
      </p:sp>
      <p:sp>
        <p:nvSpPr>
          <p:cNvPr id="22532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B22DCCA0-1D84-F72E-ACA9-4EDCAE2F4F0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Dataset and Preprocessing</a:t>
            </a:r>
            <a:endParaRPr lang="vi-VN" altLang="en-US" sz="2000" b="1"/>
          </a:p>
        </p:txBody>
      </p:sp>
      <p:pic>
        <p:nvPicPr>
          <p:cNvPr id="22533" name="Picture 5">
            <a:extLst>
              <a:ext uri="{FF2B5EF4-FFF2-40B4-BE49-F238E27FC236}">
                <a16:creationId xmlns:a16="http://schemas.microsoft.com/office/drawing/2014/main" id="{E71B9681-0BD3-E415-2EF6-CB913F51AE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6" name="TextBox 2">
            <a:extLst>
              <a:ext uri="{FF2B5EF4-FFF2-40B4-BE49-F238E27FC236}">
                <a16:creationId xmlns:a16="http://schemas.microsoft.com/office/drawing/2014/main" id="{D103767A-400D-54B2-7A27-AF5D99C55C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288" y="2401888"/>
            <a:ext cx="7566025" cy="37242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60020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1800" b="1" dirty="0"/>
              <a:t>Description of the dataset used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1800" dirty="0"/>
              <a:t>Example: Audio recordings of speech and music.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en-US" sz="1800" b="1" dirty="0"/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1800" b="1" dirty="0"/>
              <a:t>Preprocessing steps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en-US" sz="1800" b="1" dirty="0"/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1800" dirty="0"/>
              <a:t>Audio feature extraction using </a:t>
            </a:r>
            <a:r>
              <a:rPr lang="en-US" altLang="en-US" sz="1800" dirty="0" err="1"/>
              <a:t>Librosa</a:t>
            </a:r>
            <a:r>
              <a:rPr lang="en-US" altLang="en-US" sz="1800" dirty="0"/>
              <a:t>:</a:t>
            </a:r>
          </a:p>
          <a:p>
            <a:pPr marL="1428750" lvl="2">
              <a:spcBef>
                <a:spcPct val="0"/>
              </a:spcBef>
              <a:buClrTx/>
              <a:buSzTx/>
              <a:defRPr/>
            </a:pPr>
            <a:r>
              <a:rPr lang="en-US" altLang="en-US" sz="1600" dirty="0"/>
              <a:t>Mel-Frequency Cepstral Coefficients (MFCC).</a:t>
            </a:r>
          </a:p>
          <a:p>
            <a:pPr marL="1428750" lvl="2">
              <a:spcBef>
                <a:spcPct val="0"/>
              </a:spcBef>
              <a:buClrTx/>
              <a:buSzTx/>
              <a:defRPr/>
            </a:pPr>
            <a:r>
              <a:rPr lang="en-US" altLang="en-US" sz="1600" dirty="0"/>
              <a:t>Spectrogram analysis.</a:t>
            </a:r>
            <a:endParaRPr lang="en-US" altLang="en-US" sz="1600" b="1" dirty="0"/>
          </a:p>
          <a:p>
            <a:pPr marL="1428750" lvl="2">
              <a:spcBef>
                <a:spcPct val="0"/>
              </a:spcBef>
              <a:buClrTx/>
              <a:buSzTx/>
              <a:defRPr/>
            </a:pPr>
            <a:endParaRPr lang="en-US" altLang="en-US" sz="1800" b="1" dirty="0"/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1800" dirty="0"/>
              <a:t>Data normalization and cleaning for machine learning tasks.</a:t>
            </a:r>
            <a:endParaRPr lang="en-US" altLang="en-US" sz="1800" b="1" dirty="0"/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en-US" sz="1400" dirty="0"/>
          </a:p>
          <a:p>
            <a:pPr marL="1428750" lvl="2">
              <a:spcBef>
                <a:spcPct val="0"/>
              </a:spcBef>
              <a:buClrTx/>
              <a:buSzTx/>
              <a:defRPr/>
            </a:pPr>
            <a:endParaRPr lang="en-US" altLang="en-US" sz="1400" dirty="0"/>
          </a:p>
          <a:p>
            <a:pPr marL="1428750" lvl="2">
              <a:spcBef>
                <a:spcPct val="0"/>
              </a:spcBef>
              <a:buClrTx/>
              <a:buSzTx/>
              <a:defRPr/>
            </a:pPr>
            <a:endParaRPr lang="en-US" altLang="en-US" sz="1400" dirty="0"/>
          </a:p>
          <a:p>
            <a:pPr marL="1200150" lvl="2" inden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  <a:defRPr/>
            </a:pPr>
            <a:endParaRPr lang="en-US" alt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903DEC68-3DF4-385E-3A49-96AC037A6A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/>
              <a:t>Auditory Models</a:t>
            </a:r>
          </a:p>
        </p:txBody>
      </p:sp>
      <p:sp>
        <p:nvSpPr>
          <p:cNvPr id="24579" name="Slide Number Placeholder 5">
            <a:extLst>
              <a:ext uri="{FF2B5EF4-FFF2-40B4-BE49-F238E27FC236}">
                <a16:creationId xmlns:a16="http://schemas.microsoft.com/office/drawing/2014/main" id="{0D19B726-615B-14F5-18C4-5BBFAD127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916C08C-04A1-46D6-A8B2-50F284888B25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en-US" sz="1400"/>
          </a:p>
        </p:txBody>
      </p:sp>
      <p:sp>
        <p:nvSpPr>
          <p:cNvPr id="24580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609C4BEF-B0EE-1405-C07B-CED7C2DC4E0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Auditory Feature Extraction</a:t>
            </a:r>
            <a:endParaRPr lang="vi-VN" altLang="en-US" sz="2000" b="1"/>
          </a:p>
        </p:txBody>
      </p:sp>
      <p:pic>
        <p:nvPicPr>
          <p:cNvPr id="24581" name="Picture 5">
            <a:extLst>
              <a:ext uri="{FF2B5EF4-FFF2-40B4-BE49-F238E27FC236}">
                <a16:creationId xmlns:a16="http://schemas.microsoft.com/office/drawing/2014/main" id="{EA98C89B-CB33-A47A-BD97-6D8C0E86C6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2" name="TextBox 2">
            <a:extLst>
              <a:ext uri="{FF2B5EF4-FFF2-40B4-BE49-F238E27FC236}">
                <a16:creationId xmlns:a16="http://schemas.microsoft.com/office/drawing/2014/main" id="{28B43693-FFE9-822F-1F08-5E75D6C1A3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288" y="2401888"/>
            <a:ext cx="7566025" cy="2586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60020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Detailed explanation of auditory features: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    Mel-Frequency Cepstral Coefficients (MFCC):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        </a:t>
            </a:r>
            <a:r>
              <a:rPr lang="en-US" altLang="en-US" sz="1800"/>
              <a:t>Extraction of spectral features.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        Capturing frequency information in a log-scale.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    Spectral features: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        </a:t>
            </a:r>
            <a:r>
              <a:rPr lang="en-US" altLang="en-US" sz="1800"/>
              <a:t>Spectral centroid, bandwidth, and rolloff.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        Energy-based features for audio characterization</a:t>
            </a:r>
            <a:r>
              <a:rPr lang="en-US" altLang="en-US" sz="1800" b="1"/>
              <a:t>.</a:t>
            </a:r>
            <a:endParaRPr lang="en-US" altLang="en-US" sz="16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26833855-2360-21D3-67E7-F175C1A3E2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/>
              <a:t>Auditory Models</a:t>
            </a:r>
          </a:p>
        </p:txBody>
      </p:sp>
      <p:sp>
        <p:nvSpPr>
          <p:cNvPr id="26627" name="Slide Number Placeholder 5">
            <a:extLst>
              <a:ext uri="{FF2B5EF4-FFF2-40B4-BE49-F238E27FC236}">
                <a16:creationId xmlns:a16="http://schemas.microsoft.com/office/drawing/2014/main" id="{C5BCF4A1-8EAF-DE66-5AD5-F37E2005E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F160A16-2401-42E6-BC85-0B527AC7FD92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400"/>
          </a:p>
        </p:txBody>
      </p:sp>
      <p:sp>
        <p:nvSpPr>
          <p:cNvPr id="2662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5323224-C60A-8F3D-6891-B8EAEE86D935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Auditory Models</a:t>
            </a:r>
            <a:endParaRPr lang="vi-VN" altLang="en-US" sz="2000" b="1"/>
          </a:p>
        </p:txBody>
      </p:sp>
      <p:pic>
        <p:nvPicPr>
          <p:cNvPr id="26629" name="Picture 5">
            <a:extLst>
              <a:ext uri="{FF2B5EF4-FFF2-40B4-BE49-F238E27FC236}">
                <a16:creationId xmlns:a16="http://schemas.microsoft.com/office/drawing/2014/main" id="{5BB83BEA-1E95-EBFA-6716-98B73EB194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6" name="TextBox 2">
            <a:extLst>
              <a:ext uri="{FF2B5EF4-FFF2-40B4-BE49-F238E27FC236}">
                <a16:creationId xmlns:a16="http://schemas.microsoft.com/office/drawing/2014/main" id="{18DF8A51-F704-9A61-3025-468D3749FB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288" y="2401888"/>
            <a:ext cx="7566025" cy="26781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60020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1800" b="1" dirty="0"/>
              <a:t>Gammatone </a:t>
            </a:r>
            <a:r>
              <a:rPr lang="en-US" altLang="en-US" sz="1800" b="1" dirty="0" err="1"/>
              <a:t>filterbank</a:t>
            </a:r>
            <a:r>
              <a:rPr lang="en-US" altLang="en-US" sz="1800" b="1" dirty="0"/>
              <a:t>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1800" b="1" dirty="0"/>
              <a:t>        </a:t>
            </a:r>
            <a:r>
              <a:rPr lang="en-US" altLang="en-US" sz="1800" dirty="0"/>
              <a:t>Simulation of cochlear filtering in the auditory system.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en-US" sz="1800" b="1" dirty="0"/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en-US" sz="1800" b="1" dirty="0"/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1800" b="1" dirty="0"/>
              <a:t>Auditory nerve models: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1800" b="1" dirty="0"/>
              <a:t>        </a:t>
            </a:r>
            <a:r>
              <a:rPr lang="en-US" altLang="en-US" sz="1800" dirty="0"/>
              <a:t>Modeling of neural responses to auditory stimuli.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en-US" sz="1400" dirty="0"/>
          </a:p>
          <a:p>
            <a:pPr marL="1428750" lvl="2">
              <a:spcBef>
                <a:spcPct val="0"/>
              </a:spcBef>
              <a:buClrTx/>
              <a:buSzTx/>
              <a:defRPr/>
            </a:pPr>
            <a:endParaRPr lang="en-US" altLang="en-US" sz="1400" dirty="0"/>
          </a:p>
          <a:p>
            <a:pPr marL="1428750" lvl="2">
              <a:spcBef>
                <a:spcPct val="0"/>
              </a:spcBef>
              <a:buClrTx/>
              <a:buSzTx/>
              <a:defRPr/>
            </a:pPr>
            <a:endParaRPr lang="en-US" altLang="en-US" sz="1400" dirty="0"/>
          </a:p>
          <a:p>
            <a:pPr marL="1200150" lvl="2" inden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  <a:defRPr/>
            </a:pPr>
            <a:endParaRPr lang="en-US" alt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>
            <a:extLst>
              <a:ext uri="{FF2B5EF4-FFF2-40B4-BE49-F238E27FC236}">
                <a16:creationId xmlns:a16="http://schemas.microsoft.com/office/drawing/2014/main" id="{47513F38-E94D-12A3-A17B-42AF58BB5F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/>
              <a:t>Auditory Models</a:t>
            </a:r>
          </a:p>
        </p:txBody>
      </p:sp>
      <p:sp>
        <p:nvSpPr>
          <p:cNvPr id="28675" name="Slide Number Placeholder 5">
            <a:extLst>
              <a:ext uri="{FF2B5EF4-FFF2-40B4-BE49-F238E27FC236}">
                <a16:creationId xmlns:a16="http://schemas.microsoft.com/office/drawing/2014/main" id="{DFA58EE7-B7FC-1D10-A626-8CA858A43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7BAA19E-3484-4A47-8F7B-00BC820A34B2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en-US" sz="1400"/>
          </a:p>
        </p:txBody>
      </p:sp>
      <p:sp>
        <p:nvSpPr>
          <p:cNvPr id="28676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95EFC7D2-6912-FB4B-518F-51FDC9B9117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Building Auditory Models with Python</a:t>
            </a:r>
            <a:endParaRPr lang="vi-VN" altLang="en-US" sz="2000" b="1"/>
          </a:p>
        </p:txBody>
      </p:sp>
      <p:pic>
        <p:nvPicPr>
          <p:cNvPr id="28677" name="Picture 5">
            <a:extLst>
              <a:ext uri="{FF2B5EF4-FFF2-40B4-BE49-F238E27FC236}">
                <a16:creationId xmlns:a16="http://schemas.microsoft.com/office/drawing/2014/main" id="{0792F612-3ECB-A242-98DE-3B56F9FE99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6" name="TextBox 2">
            <a:extLst>
              <a:ext uri="{FF2B5EF4-FFF2-40B4-BE49-F238E27FC236}">
                <a16:creationId xmlns:a16="http://schemas.microsoft.com/office/drawing/2014/main" id="{53F69805-9BC5-31E7-4ED5-966B9611D2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288" y="2401888"/>
            <a:ext cx="7566025" cy="26781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60020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1800" b="1" dirty="0"/>
              <a:t>Use of </a:t>
            </a:r>
            <a:r>
              <a:rPr lang="en-US" altLang="en-US" sz="1800" b="1" dirty="0" err="1"/>
              <a:t>Librosa</a:t>
            </a:r>
            <a:r>
              <a:rPr lang="en-US" altLang="en-US" sz="1800" b="1" dirty="0"/>
              <a:t> library for audio processing:</a:t>
            </a:r>
          </a:p>
          <a:p>
            <a:pPr marL="285750">
              <a:spcBef>
                <a:spcPct val="0"/>
              </a:spcBef>
              <a:buClrTx/>
              <a:buSzTx/>
              <a:defRPr/>
            </a:pPr>
            <a:r>
              <a:rPr lang="en-US" altLang="en-US" sz="1800" dirty="0"/>
              <a:t>Loading audio files and extracting features.</a:t>
            </a:r>
          </a:p>
          <a:p>
            <a:pPr marL="285750">
              <a:spcBef>
                <a:spcPct val="0"/>
              </a:spcBef>
              <a:buClrTx/>
              <a:buSzTx/>
              <a:defRPr/>
            </a:pPr>
            <a:r>
              <a:rPr lang="en-US" altLang="en-US" sz="1800" dirty="0"/>
              <a:t>Visualizing audio signals and spectrograms.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en-US" sz="1800" b="1" dirty="0"/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1800" dirty="0"/>
              <a:t>Example code snippets for auditory feature extraction and model development.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en-US" sz="1400" dirty="0"/>
          </a:p>
          <a:p>
            <a:pPr marL="1428750" lvl="2">
              <a:spcBef>
                <a:spcPct val="0"/>
              </a:spcBef>
              <a:buClrTx/>
              <a:buSzTx/>
              <a:defRPr/>
            </a:pPr>
            <a:endParaRPr lang="en-US" altLang="en-US" sz="1400" dirty="0"/>
          </a:p>
          <a:p>
            <a:pPr marL="1428750" lvl="2">
              <a:spcBef>
                <a:spcPct val="0"/>
              </a:spcBef>
              <a:buClrTx/>
              <a:buSzTx/>
              <a:defRPr/>
            </a:pPr>
            <a:endParaRPr lang="en-US" altLang="en-US" sz="1400" dirty="0"/>
          </a:p>
          <a:p>
            <a:pPr marL="1200150" lvl="2" inden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  <a:defRPr/>
            </a:pPr>
            <a:endParaRPr lang="en-US" altLang="en-US" sz="1800" dirty="0"/>
          </a:p>
        </p:txBody>
      </p:sp>
      <p:pic>
        <p:nvPicPr>
          <p:cNvPr id="28679" name="Picture 2">
            <a:extLst>
              <a:ext uri="{FF2B5EF4-FFF2-40B4-BE49-F238E27FC236}">
                <a16:creationId xmlns:a16="http://schemas.microsoft.com/office/drawing/2014/main" id="{E1337A9E-9E03-E802-6BB7-233B8D8AE0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4287838"/>
            <a:ext cx="4938713" cy="1951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>
            <a:extLst>
              <a:ext uri="{FF2B5EF4-FFF2-40B4-BE49-F238E27FC236}">
                <a16:creationId xmlns:a16="http://schemas.microsoft.com/office/drawing/2014/main" id="{BFCB9709-5047-3EDD-EDC1-BD5806025D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/>
              <a:t>Auditory Models</a:t>
            </a:r>
          </a:p>
        </p:txBody>
      </p:sp>
      <p:sp>
        <p:nvSpPr>
          <p:cNvPr id="30723" name="Slide Number Placeholder 5">
            <a:extLst>
              <a:ext uri="{FF2B5EF4-FFF2-40B4-BE49-F238E27FC236}">
                <a16:creationId xmlns:a16="http://schemas.microsoft.com/office/drawing/2014/main" id="{80664706-F0E6-88C3-8AA7-35F185DAD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E94BD0D-34FE-4E0F-A4FC-9CDA31F39CC5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n-US" sz="1400"/>
          </a:p>
        </p:txBody>
      </p:sp>
      <p:sp>
        <p:nvSpPr>
          <p:cNvPr id="30724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C051DD9D-7499-DF70-0496-6B59131A00BE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Practical Assignment</a:t>
            </a:r>
            <a:endParaRPr lang="vi-VN" altLang="en-US" sz="2000" b="1"/>
          </a:p>
        </p:txBody>
      </p:sp>
      <p:pic>
        <p:nvPicPr>
          <p:cNvPr id="30725" name="Picture 5">
            <a:extLst>
              <a:ext uri="{FF2B5EF4-FFF2-40B4-BE49-F238E27FC236}">
                <a16:creationId xmlns:a16="http://schemas.microsoft.com/office/drawing/2014/main" id="{2D23D261-9FA0-1757-36C8-F6D5418FE6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6" name="TextBox 2">
            <a:extLst>
              <a:ext uri="{FF2B5EF4-FFF2-40B4-BE49-F238E27FC236}">
                <a16:creationId xmlns:a16="http://schemas.microsoft.com/office/drawing/2014/main" id="{5A93E8F6-D642-AD44-D192-06395B06CB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288" y="2401888"/>
            <a:ext cx="7566025" cy="40624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60020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1800" dirty="0"/>
              <a:t>Task: Classify audio samples into speech or music categories.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en-US" sz="1800" dirty="0"/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1800" dirty="0"/>
              <a:t>Dataset: Collect a sample audio dataset containing speech and music recordings.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en-US" sz="1800" dirty="0"/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1800" dirty="0"/>
              <a:t>Steps:</a:t>
            </a:r>
          </a:p>
          <a:p>
            <a:pPr marL="285750">
              <a:spcBef>
                <a:spcPct val="0"/>
              </a:spcBef>
              <a:buClrTx/>
              <a:buSzTx/>
              <a:defRPr/>
            </a:pPr>
            <a:r>
              <a:rPr lang="en-US" altLang="en-US" sz="1800" dirty="0"/>
              <a:t> Preprocess the audio data using </a:t>
            </a:r>
            <a:r>
              <a:rPr lang="en-US" altLang="en-US" sz="1800" dirty="0" err="1"/>
              <a:t>Librosa</a:t>
            </a:r>
            <a:r>
              <a:rPr lang="en-US" altLang="en-US" sz="1800" dirty="0"/>
              <a:t>.</a:t>
            </a:r>
          </a:p>
          <a:p>
            <a:pPr marL="285750">
              <a:spcBef>
                <a:spcPct val="0"/>
              </a:spcBef>
              <a:buClrTx/>
              <a:buSzTx/>
              <a:defRPr/>
            </a:pPr>
            <a:r>
              <a:rPr lang="en-US" altLang="en-US" sz="1800" dirty="0"/>
              <a:t> Extract auditory features (e.g., MFCC) from the audio files.</a:t>
            </a:r>
          </a:p>
          <a:p>
            <a:pPr marL="285750">
              <a:spcBef>
                <a:spcPct val="0"/>
              </a:spcBef>
              <a:buClrTx/>
              <a:buSzTx/>
              <a:defRPr/>
            </a:pPr>
            <a:r>
              <a:rPr lang="en-US" altLang="en-US" sz="1800" dirty="0"/>
              <a:t> Build and train a machine learning model (e.g., SVM) for classification.</a:t>
            </a:r>
          </a:p>
          <a:p>
            <a:pPr marL="285750">
              <a:spcBef>
                <a:spcPct val="0"/>
              </a:spcBef>
              <a:buClrTx/>
              <a:buSzTx/>
              <a:defRPr/>
            </a:pPr>
            <a:r>
              <a:rPr lang="en-US" altLang="en-US" sz="1800" dirty="0"/>
              <a:t> Evaluate the model's performance using accuracy metrics.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en-US" sz="1400" dirty="0"/>
          </a:p>
          <a:p>
            <a:pPr marL="1428750" lvl="2">
              <a:spcBef>
                <a:spcPct val="0"/>
              </a:spcBef>
              <a:buClrTx/>
              <a:buSzTx/>
              <a:defRPr/>
            </a:pPr>
            <a:endParaRPr lang="en-US" altLang="en-US" sz="1400" dirty="0"/>
          </a:p>
          <a:p>
            <a:pPr marL="1428750" lvl="2">
              <a:spcBef>
                <a:spcPct val="0"/>
              </a:spcBef>
              <a:buClrTx/>
              <a:buSzTx/>
              <a:defRPr/>
            </a:pPr>
            <a:endParaRPr lang="en-US" altLang="en-US" sz="1400" dirty="0"/>
          </a:p>
          <a:p>
            <a:pPr marL="1200150" lvl="2" inden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  <a:defRPr/>
            </a:pPr>
            <a:endParaRPr lang="en-US" alt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>
            <a:extLst>
              <a:ext uri="{FF2B5EF4-FFF2-40B4-BE49-F238E27FC236}">
                <a16:creationId xmlns:a16="http://schemas.microsoft.com/office/drawing/2014/main" id="{FEC50A7C-7966-C48D-D97B-21E27B5636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/>
              <a:t>Auditory Models</a:t>
            </a:r>
          </a:p>
        </p:txBody>
      </p:sp>
      <p:sp>
        <p:nvSpPr>
          <p:cNvPr id="32771" name="Slide Number Placeholder 5">
            <a:extLst>
              <a:ext uri="{FF2B5EF4-FFF2-40B4-BE49-F238E27FC236}">
                <a16:creationId xmlns:a16="http://schemas.microsoft.com/office/drawing/2014/main" id="{F487BDE9-7F5F-5D16-B69B-445079EE4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A299BE1-884F-4C78-9D8F-26A1DE18F7F6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en-US" sz="1400"/>
          </a:p>
        </p:txBody>
      </p:sp>
      <p:sp>
        <p:nvSpPr>
          <p:cNvPr id="32772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F971176B-BA0F-0AEE-DFA6-2BEE159D85F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Solution</a:t>
            </a:r>
            <a:endParaRPr lang="vi-VN" altLang="en-US" sz="2000" b="1"/>
          </a:p>
        </p:txBody>
      </p:sp>
      <p:pic>
        <p:nvPicPr>
          <p:cNvPr id="32773" name="Picture 5">
            <a:extLst>
              <a:ext uri="{FF2B5EF4-FFF2-40B4-BE49-F238E27FC236}">
                <a16:creationId xmlns:a16="http://schemas.microsoft.com/office/drawing/2014/main" id="{CBF24D7F-4371-7BF9-346E-0ED1B7B8E9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74" name="Picture 2">
            <a:extLst>
              <a:ext uri="{FF2B5EF4-FFF2-40B4-BE49-F238E27FC236}">
                <a16:creationId xmlns:a16="http://schemas.microsoft.com/office/drawing/2014/main" id="{7518F3E0-BF0F-4B56-750E-A9D06AF5F7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432050"/>
            <a:ext cx="5562600" cy="3703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>
            <a:extLst>
              <a:ext uri="{FF2B5EF4-FFF2-40B4-BE49-F238E27FC236}">
                <a16:creationId xmlns:a16="http://schemas.microsoft.com/office/drawing/2014/main" id="{338709C7-313D-4430-C804-FA0C28208D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/>
              <a:t>Auditory Models</a:t>
            </a:r>
          </a:p>
        </p:txBody>
      </p:sp>
      <p:sp>
        <p:nvSpPr>
          <p:cNvPr id="34819" name="Slide Number Placeholder 5">
            <a:extLst>
              <a:ext uri="{FF2B5EF4-FFF2-40B4-BE49-F238E27FC236}">
                <a16:creationId xmlns:a16="http://schemas.microsoft.com/office/drawing/2014/main" id="{90BB1301-D1D6-009B-4F58-DB3682E7F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B2FF5E3-BEA9-4C95-9FF7-3AB22B4331D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en-US" sz="1400"/>
          </a:p>
        </p:txBody>
      </p:sp>
      <p:sp>
        <p:nvSpPr>
          <p:cNvPr id="34820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2E244597-05FF-CFF4-AB14-1CE325FC175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Solution</a:t>
            </a:r>
            <a:endParaRPr lang="vi-VN" altLang="en-US" sz="2000" b="1"/>
          </a:p>
        </p:txBody>
      </p:sp>
      <p:pic>
        <p:nvPicPr>
          <p:cNvPr id="34821" name="Picture 5">
            <a:extLst>
              <a:ext uri="{FF2B5EF4-FFF2-40B4-BE49-F238E27FC236}">
                <a16:creationId xmlns:a16="http://schemas.microsoft.com/office/drawing/2014/main" id="{808ECA0F-EE42-0772-AEE5-FE40BA04C2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2" name="Picture 4">
            <a:extLst>
              <a:ext uri="{FF2B5EF4-FFF2-40B4-BE49-F238E27FC236}">
                <a16:creationId xmlns:a16="http://schemas.microsoft.com/office/drawing/2014/main" id="{62517A93-63E3-032C-A00D-7929F50FD8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462213"/>
            <a:ext cx="7162800" cy="3262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B7E98A79-BEBA-39C6-D47C-C868F8E3303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219200" y="1752600"/>
            <a:ext cx="6477000" cy="1143000"/>
          </a:xfrm>
        </p:spPr>
        <p:txBody>
          <a:bodyPr/>
          <a:lstStyle/>
          <a:p>
            <a:pPr eaLnBrk="1" hangingPunct="1"/>
            <a:r>
              <a:rPr lang="en-US" altLang="en-US"/>
              <a:t>Speech Perception</a:t>
            </a:r>
          </a:p>
        </p:txBody>
      </p:sp>
      <p:pic>
        <p:nvPicPr>
          <p:cNvPr id="36867" name="Picture 3">
            <a:extLst>
              <a:ext uri="{FF2B5EF4-FFF2-40B4-BE49-F238E27FC236}">
                <a16:creationId xmlns:a16="http://schemas.microsoft.com/office/drawing/2014/main" id="{C206439B-C1C4-CBF4-CCB2-FBCA90DF4C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>
            <a:extLst>
              <a:ext uri="{FF2B5EF4-FFF2-40B4-BE49-F238E27FC236}">
                <a16:creationId xmlns:a16="http://schemas.microsoft.com/office/drawing/2014/main" id="{1300F5B3-1E8D-2599-7D49-0FD9FB51E8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4000"/>
              <a:t>Speech Perception Fundamentals</a:t>
            </a:r>
          </a:p>
        </p:txBody>
      </p:sp>
      <p:sp>
        <p:nvSpPr>
          <p:cNvPr id="38915" name="Slide Number Placeholder 5">
            <a:extLst>
              <a:ext uri="{FF2B5EF4-FFF2-40B4-BE49-F238E27FC236}">
                <a16:creationId xmlns:a16="http://schemas.microsoft.com/office/drawing/2014/main" id="{5673D35A-CE0C-B7C6-E9FE-B60ED0C20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35761EC-8784-451B-9EF4-28513097F268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en-US" sz="1400"/>
          </a:p>
        </p:txBody>
      </p:sp>
      <p:sp>
        <p:nvSpPr>
          <p:cNvPr id="38916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BDE7F56F-B73B-9192-FF03-D01E9007A8F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Basics of Speech Perception</a:t>
            </a:r>
            <a:endParaRPr lang="vi-VN" altLang="en-US" sz="2000" b="1"/>
          </a:p>
        </p:txBody>
      </p:sp>
      <p:pic>
        <p:nvPicPr>
          <p:cNvPr id="38917" name="Picture 5">
            <a:extLst>
              <a:ext uri="{FF2B5EF4-FFF2-40B4-BE49-F238E27FC236}">
                <a16:creationId xmlns:a16="http://schemas.microsoft.com/office/drawing/2014/main" id="{058E247E-2C1C-2C23-570B-E4CC77F4F8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2">
            <a:extLst>
              <a:ext uri="{FF2B5EF4-FFF2-40B4-BE49-F238E27FC236}">
                <a16:creationId xmlns:a16="http://schemas.microsoft.com/office/drawing/2014/main" id="{E72729C3-8E65-80C1-F2F0-6C9DC81CFD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288" y="2401888"/>
            <a:ext cx="7566025" cy="3508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60020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marL="285750" indent="-285750">
              <a:spcBef>
                <a:spcPct val="0"/>
              </a:spcBef>
              <a:buClrTx/>
              <a:buSzTx/>
              <a:defRPr/>
            </a:pPr>
            <a:r>
              <a:rPr lang="en-US" altLang="en-US" sz="1800"/>
              <a:t>Speech perception involves the process of interpreting and understanding spoken language.</a:t>
            </a:r>
          </a:p>
          <a:p>
            <a:pPr marL="285750" indent="-285750">
              <a:spcBef>
                <a:spcPct val="0"/>
              </a:spcBef>
              <a:buClrTx/>
              <a:buSzTx/>
              <a:defRPr/>
            </a:pPr>
            <a:endParaRPr lang="en-US" altLang="en-US" sz="1800"/>
          </a:p>
          <a:p>
            <a:pPr marL="285750" indent="-285750">
              <a:spcBef>
                <a:spcPct val="0"/>
              </a:spcBef>
              <a:buClrTx/>
              <a:buSzTx/>
              <a:defRPr/>
            </a:pPr>
            <a:r>
              <a:rPr lang="en-US" altLang="en-US" sz="1800"/>
              <a:t>The human auditory system plays a crucial role in recognizing and processing speech sounds.</a:t>
            </a:r>
          </a:p>
          <a:p>
            <a:pPr marL="285750" indent="-285750">
              <a:spcBef>
                <a:spcPct val="0"/>
              </a:spcBef>
              <a:buClrTx/>
              <a:buSzTx/>
              <a:defRPr/>
            </a:pPr>
            <a:endParaRPr lang="en-US" altLang="en-US" sz="1800"/>
          </a:p>
          <a:p>
            <a:pPr marL="285750" indent="-285750">
              <a:spcBef>
                <a:spcPct val="0"/>
              </a:spcBef>
              <a:buClrTx/>
              <a:buSzTx/>
              <a:defRPr/>
            </a:pPr>
            <a:r>
              <a:rPr lang="en-US" altLang="en-US" sz="1800"/>
              <a:t>Phonetics studies speech sounds and linguistic units such as phonemes (distinct units of sound) and prosody (intonation, rhythm, and stress in speech).</a:t>
            </a:r>
            <a:endParaRPr lang="en-US" altLang="en-US" sz="1800" dirty="0"/>
          </a:p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en-US" sz="1400" dirty="0"/>
          </a:p>
          <a:p>
            <a:pPr marL="1428750" lvl="2">
              <a:spcBef>
                <a:spcPct val="0"/>
              </a:spcBef>
              <a:buClrTx/>
              <a:buSzTx/>
              <a:defRPr/>
            </a:pPr>
            <a:endParaRPr lang="en-US" altLang="en-US" sz="1400" dirty="0"/>
          </a:p>
          <a:p>
            <a:pPr marL="1428750" lvl="2">
              <a:spcBef>
                <a:spcPct val="0"/>
              </a:spcBef>
              <a:buClrTx/>
              <a:buSzTx/>
              <a:defRPr/>
            </a:pPr>
            <a:endParaRPr lang="en-US" altLang="en-US" sz="1400" dirty="0"/>
          </a:p>
          <a:p>
            <a:pPr marL="1200150" lvl="2" indent="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  <a:defRPr/>
            </a:pPr>
            <a:endParaRPr lang="en-US" alt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>
            <a:extLst>
              <a:ext uri="{FF2B5EF4-FFF2-40B4-BE49-F238E27FC236}">
                <a16:creationId xmlns:a16="http://schemas.microsoft.com/office/drawing/2014/main" id="{08027C51-5F8A-D183-B182-168D88CEFD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4000"/>
              <a:t>Speech Perception Fundamentals</a:t>
            </a:r>
          </a:p>
        </p:txBody>
      </p:sp>
      <p:sp>
        <p:nvSpPr>
          <p:cNvPr id="40963" name="Slide Number Placeholder 5">
            <a:extLst>
              <a:ext uri="{FF2B5EF4-FFF2-40B4-BE49-F238E27FC236}">
                <a16:creationId xmlns:a16="http://schemas.microsoft.com/office/drawing/2014/main" id="{C6835A49-4339-2E1B-A7F7-CC67D4878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7F2BFAB-2777-44EA-9FCD-09581705D268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en-US" sz="1400"/>
          </a:p>
        </p:txBody>
      </p:sp>
      <p:sp>
        <p:nvSpPr>
          <p:cNvPr id="40964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46A19CAA-F0BB-05CC-657B-D39C0BC2E9B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Speech Feature Extraction</a:t>
            </a:r>
            <a:endParaRPr lang="vi-VN" altLang="en-US" sz="2000" b="1"/>
          </a:p>
        </p:txBody>
      </p:sp>
      <p:pic>
        <p:nvPicPr>
          <p:cNvPr id="40965" name="Picture 5">
            <a:extLst>
              <a:ext uri="{FF2B5EF4-FFF2-40B4-BE49-F238E27FC236}">
                <a16:creationId xmlns:a16="http://schemas.microsoft.com/office/drawing/2014/main" id="{44DCFAF3-2382-5846-A296-0554D8B161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2">
            <a:extLst>
              <a:ext uri="{FF2B5EF4-FFF2-40B4-BE49-F238E27FC236}">
                <a16:creationId xmlns:a16="http://schemas.microsoft.com/office/drawing/2014/main" id="{A1CA45C7-EF5B-8F09-9196-DB034A374B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288" y="2401888"/>
            <a:ext cx="7566025" cy="36941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60020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  <a:defRPr/>
            </a:pPr>
            <a:r>
              <a:rPr lang="en-US" altLang="en-US" sz="1800" b="1"/>
              <a:t>Mel-Frequency Cepstral Coefficients (MFCCs)</a:t>
            </a:r>
          </a:p>
          <a:p>
            <a:pPr marL="285750">
              <a:spcBef>
                <a:spcPct val="0"/>
              </a:spcBef>
              <a:buClrTx/>
              <a:buSzTx/>
              <a:defRPr/>
            </a:pPr>
            <a:r>
              <a:rPr lang="en-US" altLang="en-US" sz="1800"/>
              <a:t> Represent the short-term power spectrum of sound, capturing phonetic information compactly.</a:t>
            </a: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  <a:defRPr/>
            </a:pPr>
            <a:endParaRPr lang="en-US" altLang="en-US" sz="1800"/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  <a:defRPr/>
            </a:pPr>
            <a:r>
              <a:rPr lang="en-US" altLang="en-US" sz="1800" b="1"/>
              <a:t>Prosodic Features</a:t>
            </a:r>
          </a:p>
          <a:p>
            <a:pPr marL="285750">
              <a:spcBef>
                <a:spcPct val="0"/>
              </a:spcBef>
              <a:buClrTx/>
              <a:buSzTx/>
              <a:defRPr/>
            </a:pPr>
            <a:r>
              <a:rPr lang="en-US" altLang="en-US" sz="1800"/>
              <a:t> Pitch: Frequency of speech waveform, indicative of voice tone and emotion.</a:t>
            </a:r>
          </a:p>
          <a:p>
            <a:pPr marL="285750">
              <a:spcBef>
                <a:spcPct val="0"/>
              </a:spcBef>
              <a:buClrTx/>
              <a:buSzTx/>
              <a:defRPr/>
            </a:pPr>
            <a:endParaRPr lang="en-US" altLang="en-US" sz="1800"/>
          </a:p>
          <a:p>
            <a:pPr marL="285750">
              <a:spcBef>
                <a:spcPct val="0"/>
              </a:spcBef>
              <a:buClrTx/>
              <a:buSzTx/>
              <a:defRPr/>
            </a:pPr>
            <a:r>
              <a:rPr lang="en-US" altLang="en-US" sz="1800"/>
              <a:t> Intensity: Amplitude of speech signal, providing information about stress and emphasis.</a:t>
            </a:r>
          </a:p>
          <a:p>
            <a:pPr marL="285750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  <a:defRPr/>
            </a:pPr>
            <a:endParaRPr lang="en-US" altLang="en-US" sz="1800"/>
          </a:p>
          <a:p>
            <a:pPr marL="285750">
              <a:spcBef>
                <a:spcPct val="0"/>
              </a:spcBef>
              <a:buClrTx/>
              <a:buSzTx/>
              <a:defRPr/>
            </a:pPr>
            <a:r>
              <a:rPr lang="en-US" altLang="en-US" sz="1800"/>
              <a:t> Duration: Timing of speech segments, influencing rhythm and timing perception.</a:t>
            </a:r>
            <a:endParaRPr lang="en-US" alt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>
            <a:extLst>
              <a:ext uri="{FF2B5EF4-FFF2-40B4-BE49-F238E27FC236}">
                <a16:creationId xmlns:a16="http://schemas.microsoft.com/office/drawing/2014/main" id="{6EAE2B90-6A26-A859-9C1E-94672A044A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4000"/>
              <a:t>Speech Perception Fundamentals</a:t>
            </a:r>
          </a:p>
        </p:txBody>
      </p:sp>
      <p:sp>
        <p:nvSpPr>
          <p:cNvPr id="43011" name="Slide Number Placeholder 5">
            <a:extLst>
              <a:ext uri="{FF2B5EF4-FFF2-40B4-BE49-F238E27FC236}">
                <a16:creationId xmlns:a16="http://schemas.microsoft.com/office/drawing/2014/main" id="{055CA932-CFC9-5268-F339-B85F93013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7B11EB4-2799-4D37-A1CB-94CACCA4B97E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en-US" sz="1400"/>
          </a:p>
        </p:txBody>
      </p:sp>
      <p:sp>
        <p:nvSpPr>
          <p:cNvPr id="43012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2823D848-BE2C-BAA3-4C02-ECE77169676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Speech Recognition Models</a:t>
            </a:r>
            <a:endParaRPr lang="vi-VN" altLang="en-US" sz="2000" b="1"/>
          </a:p>
        </p:txBody>
      </p:sp>
      <p:pic>
        <p:nvPicPr>
          <p:cNvPr id="43013" name="Picture 5">
            <a:extLst>
              <a:ext uri="{FF2B5EF4-FFF2-40B4-BE49-F238E27FC236}">
                <a16:creationId xmlns:a16="http://schemas.microsoft.com/office/drawing/2014/main" id="{7F03EFBD-CC35-13FB-B13F-ADAB630997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4" name="TextBox 2">
            <a:extLst>
              <a:ext uri="{FF2B5EF4-FFF2-40B4-BE49-F238E27FC236}">
                <a16:creationId xmlns:a16="http://schemas.microsoft.com/office/drawing/2014/main" id="{09F27185-817F-33A7-1EE5-EBC9545CBF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288" y="2401888"/>
            <a:ext cx="7566025" cy="4246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885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en-US" sz="1800" b="1"/>
              <a:t>Hidden Markov Models (HMMs)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800"/>
              <a:t>Used for acoustic modeling and sequence alignment in traditional speech recognition systems.</a:t>
            </a:r>
            <a:endParaRPr lang="en-US" altLang="en-US" sz="1800" b="1"/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en-US" sz="1800" b="1"/>
              <a:t>Deep Learning Models (e.g., LSTM, Transformers)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800"/>
              <a:t>End-to-end neural network architectures that directly map audio features to text sequences, achieving state-of-the-art performance in automatic speech recognition (ASR).</a:t>
            </a: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en-US" sz="1800" b="1"/>
              <a:t>Training Pipelines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800"/>
              <a:t>Acoustic modeling: Capture phonetic information from audio features.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800"/>
              <a:t>Language modeling: Incorporate linguistic context to improve recognition accuracy.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800"/>
              <a:t>Decoding: Align audio features to the most likely sequence of words or phonemes.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>
            <a:extLst>
              <a:ext uri="{FF2B5EF4-FFF2-40B4-BE49-F238E27FC236}">
                <a16:creationId xmlns:a16="http://schemas.microsoft.com/office/drawing/2014/main" id="{84D4520F-C6B5-2F23-3A45-D989B62D22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4000"/>
              <a:t>Speech Perception Fundamentals</a:t>
            </a:r>
          </a:p>
        </p:txBody>
      </p:sp>
      <p:sp>
        <p:nvSpPr>
          <p:cNvPr id="45059" name="Slide Number Placeholder 5">
            <a:extLst>
              <a:ext uri="{FF2B5EF4-FFF2-40B4-BE49-F238E27FC236}">
                <a16:creationId xmlns:a16="http://schemas.microsoft.com/office/drawing/2014/main" id="{E23D087B-4FC7-1590-B2C0-09E524A53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A2B5778-B7D9-47E5-82C5-09CDDF004E74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en-US" sz="1400"/>
          </a:p>
        </p:txBody>
      </p:sp>
      <p:sp>
        <p:nvSpPr>
          <p:cNvPr id="45060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7E8D849C-72CA-75BC-000B-9195040A9BB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Building Speech Perception Models</a:t>
            </a:r>
            <a:endParaRPr lang="vi-VN" altLang="en-US" sz="2000" b="1"/>
          </a:p>
        </p:txBody>
      </p:sp>
      <p:pic>
        <p:nvPicPr>
          <p:cNvPr id="45061" name="Picture 5">
            <a:extLst>
              <a:ext uri="{FF2B5EF4-FFF2-40B4-BE49-F238E27FC236}">
                <a16:creationId xmlns:a16="http://schemas.microsoft.com/office/drawing/2014/main" id="{CD5600D7-B1C1-90EE-D9DA-4E3648DDC8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062" name="TextBox 2">
            <a:extLst>
              <a:ext uri="{FF2B5EF4-FFF2-40B4-BE49-F238E27FC236}">
                <a16:creationId xmlns:a16="http://schemas.microsoft.com/office/drawing/2014/main" id="{DFB95CCD-78BA-0FF2-AAC3-D4676DA493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288" y="2401888"/>
            <a:ext cx="7566025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885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en-US" sz="1800" b="1"/>
              <a:t>Implementation in Python: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800"/>
              <a:t>Load and preprocess audio files, extracting MFCCs and prosodic features.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800"/>
              <a:t>Visualize and analyze extracted speech features to understand their significance.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800"/>
              <a:t>Example code snippets for feature extraction and transformation into input data suitable for machine learning models.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>
            <a:extLst>
              <a:ext uri="{FF2B5EF4-FFF2-40B4-BE49-F238E27FC236}">
                <a16:creationId xmlns:a16="http://schemas.microsoft.com/office/drawing/2014/main" id="{F5BE6190-FEA9-FC26-DAE1-E5FBB267D4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4000"/>
              <a:t>Speech Perception Fundamentals</a:t>
            </a:r>
          </a:p>
        </p:txBody>
      </p:sp>
      <p:sp>
        <p:nvSpPr>
          <p:cNvPr id="47107" name="Slide Number Placeholder 5">
            <a:extLst>
              <a:ext uri="{FF2B5EF4-FFF2-40B4-BE49-F238E27FC236}">
                <a16:creationId xmlns:a16="http://schemas.microsoft.com/office/drawing/2014/main" id="{34EAF0FA-39D2-0460-8671-C2A5F4CDD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F8AC859-B5CD-4013-BD4F-7451AA27BD68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en-US" sz="1400"/>
          </a:p>
        </p:txBody>
      </p:sp>
      <p:sp>
        <p:nvSpPr>
          <p:cNvPr id="47108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A1BE578-BCC6-2E2A-8A0F-238957D31C2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Integration of Speech Features with ML Models</a:t>
            </a:r>
            <a:endParaRPr lang="vi-VN" altLang="en-US" sz="2000" b="1"/>
          </a:p>
        </p:txBody>
      </p:sp>
      <p:pic>
        <p:nvPicPr>
          <p:cNvPr id="47109" name="Picture 5">
            <a:extLst>
              <a:ext uri="{FF2B5EF4-FFF2-40B4-BE49-F238E27FC236}">
                <a16:creationId xmlns:a16="http://schemas.microsoft.com/office/drawing/2014/main" id="{CB5341AF-94AF-85CC-DC04-9475638850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110" name="TextBox 2">
            <a:extLst>
              <a:ext uri="{FF2B5EF4-FFF2-40B4-BE49-F238E27FC236}">
                <a16:creationId xmlns:a16="http://schemas.microsoft.com/office/drawing/2014/main" id="{21C76FFF-638F-D757-3C1B-F2530D507E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288" y="2401888"/>
            <a:ext cx="7566025" cy="2586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885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en-US" sz="1800" b="1"/>
              <a:t>Implementation in Python: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800"/>
              <a:t>Transform audio features (MFCCs, prosodic features) into input vectors for neural networks or other classifiers.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800"/>
              <a:t>Train and optimize machine learning models (e.g., LSTM, CNN) using labeled speech data.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800"/>
              <a:t>Evaluate model performance using metrics like accuracy, Word Error Rate (WER), and Confusion Matrix.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>
            <a:extLst>
              <a:ext uri="{FF2B5EF4-FFF2-40B4-BE49-F238E27FC236}">
                <a16:creationId xmlns:a16="http://schemas.microsoft.com/office/drawing/2014/main" id="{9DDCD4CC-308F-CBCC-8CB8-8DA69724C3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4000"/>
              <a:t>Speech Perception Fundamentals</a:t>
            </a:r>
          </a:p>
        </p:txBody>
      </p:sp>
      <p:sp>
        <p:nvSpPr>
          <p:cNvPr id="49155" name="Slide Number Placeholder 5">
            <a:extLst>
              <a:ext uri="{FF2B5EF4-FFF2-40B4-BE49-F238E27FC236}">
                <a16:creationId xmlns:a16="http://schemas.microsoft.com/office/drawing/2014/main" id="{C4E02080-E5AC-2B91-82A8-03E5E5237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616FEE9-34A7-4447-A4FF-D89DC0AC9BD9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US" altLang="en-US" sz="1400"/>
          </a:p>
        </p:txBody>
      </p:sp>
      <p:sp>
        <p:nvSpPr>
          <p:cNvPr id="49156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83890780-DA4E-B069-77A7-9285572DD18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Practical Assignment</a:t>
            </a:r>
            <a:endParaRPr lang="vi-VN" altLang="en-US" sz="2000" b="1"/>
          </a:p>
        </p:txBody>
      </p:sp>
      <p:pic>
        <p:nvPicPr>
          <p:cNvPr id="49157" name="Picture 5">
            <a:extLst>
              <a:ext uri="{FF2B5EF4-FFF2-40B4-BE49-F238E27FC236}">
                <a16:creationId xmlns:a16="http://schemas.microsoft.com/office/drawing/2014/main" id="{8907B1AC-D932-45BE-E42A-9EE90C261B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158" name="TextBox 2">
            <a:extLst>
              <a:ext uri="{FF2B5EF4-FFF2-40B4-BE49-F238E27FC236}">
                <a16:creationId xmlns:a16="http://schemas.microsoft.com/office/drawing/2014/main" id="{F635F4E0-C9CE-C7C5-FC76-A981B4C5A9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288" y="2401888"/>
            <a:ext cx="7566025" cy="3694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1885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en-US" sz="1800" b="1"/>
              <a:t>Task: </a:t>
            </a:r>
            <a:r>
              <a:rPr lang="en-US" altLang="en-US" sz="1800"/>
              <a:t>Develop a speech recognition system using a provided speech dataset.</a:t>
            </a: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en-US" sz="1800" b="1"/>
              <a:t>Dataset: </a:t>
            </a:r>
            <a:r>
              <a:rPr lang="en-US" altLang="en-US" sz="1800"/>
              <a:t>Include audio recordings with corresponding transcriptions or labels.</a:t>
            </a: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en-US" sz="1800" b="1"/>
              <a:t>Steps: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600"/>
              <a:t>Preprocess audio data: Extract MFCCs and prosodic features from audio files.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600"/>
              <a:t>Implement a speech recognition model: Choose an appropriate ML algorithm (e.g., LSTM) and train it on the dataset.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600"/>
              <a:t>Evaluate model performance: Use test data to assess recognition accuracy and analyze error patterns.</a:t>
            </a:r>
          </a:p>
          <a:p>
            <a:pPr lvl="1">
              <a:spcBef>
                <a:spcPct val="0"/>
              </a:spcBef>
              <a:buClrTx/>
              <a:buSzTx/>
            </a:pPr>
            <a:r>
              <a:rPr lang="en-US" altLang="en-US" sz="1600"/>
              <a:t>Discuss potential improvements: Explore ways to enhance model robustness and accuracy.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>
            <a:extLst>
              <a:ext uri="{FF2B5EF4-FFF2-40B4-BE49-F238E27FC236}">
                <a16:creationId xmlns:a16="http://schemas.microsoft.com/office/drawing/2014/main" id="{FCDFAE9D-9001-0D21-065D-58D7B6738A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4000"/>
              <a:t>Speech Perception Fundamentals</a:t>
            </a:r>
          </a:p>
        </p:txBody>
      </p:sp>
      <p:sp>
        <p:nvSpPr>
          <p:cNvPr id="51203" name="Slide Number Placeholder 5">
            <a:extLst>
              <a:ext uri="{FF2B5EF4-FFF2-40B4-BE49-F238E27FC236}">
                <a16:creationId xmlns:a16="http://schemas.microsoft.com/office/drawing/2014/main" id="{119FCA22-33E0-5367-AF68-5387DD147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3B7D358-7031-4FFA-92D6-3A8E9F897D92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US" altLang="en-US" sz="1400"/>
          </a:p>
        </p:txBody>
      </p:sp>
      <p:sp>
        <p:nvSpPr>
          <p:cNvPr id="51204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0255CDE5-0D5B-AB6F-B84A-F77C59AE6D4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Practical Assignment (Solution)</a:t>
            </a:r>
            <a:endParaRPr lang="vi-VN" altLang="en-US" sz="2000" b="1"/>
          </a:p>
        </p:txBody>
      </p:sp>
      <p:pic>
        <p:nvPicPr>
          <p:cNvPr id="51205" name="Picture 5">
            <a:extLst>
              <a:ext uri="{FF2B5EF4-FFF2-40B4-BE49-F238E27FC236}">
                <a16:creationId xmlns:a16="http://schemas.microsoft.com/office/drawing/2014/main" id="{D37579CC-06E5-8EB1-E397-A55F977D7A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06" name="Picture 3">
            <a:extLst>
              <a:ext uri="{FF2B5EF4-FFF2-40B4-BE49-F238E27FC236}">
                <a16:creationId xmlns:a16="http://schemas.microsoft.com/office/drawing/2014/main" id="{0FB81C1A-5FEA-55FB-997B-DFD2325629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286000"/>
            <a:ext cx="6499225" cy="402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>
            <a:extLst>
              <a:ext uri="{FF2B5EF4-FFF2-40B4-BE49-F238E27FC236}">
                <a16:creationId xmlns:a16="http://schemas.microsoft.com/office/drawing/2014/main" id="{824347FB-7044-7E05-5EE9-3AAE0B6E91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1143000"/>
          </a:xfrm>
        </p:spPr>
        <p:txBody>
          <a:bodyPr/>
          <a:lstStyle/>
          <a:p>
            <a:r>
              <a:rPr lang="en-US" altLang="en-US" sz="4000"/>
              <a:t>Speech Perception Fundamentals</a:t>
            </a:r>
          </a:p>
        </p:txBody>
      </p:sp>
      <p:sp>
        <p:nvSpPr>
          <p:cNvPr id="53251" name="Slide Number Placeholder 5">
            <a:extLst>
              <a:ext uri="{FF2B5EF4-FFF2-40B4-BE49-F238E27FC236}">
                <a16:creationId xmlns:a16="http://schemas.microsoft.com/office/drawing/2014/main" id="{1EA6B590-5A1E-E15E-7624-212B6BBA1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5A7EEFE-7EB0-4568-949E-7730B2C1852F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en-US" altLang="en-US" sz="1400"/>
          </a:p>
        </p:txBody>
      </p:sp>
      <p:sp>
        <p:nvSpPr>
          <p:cNvPr id="53252" name="Text Placeholder 1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EC2B38ED-BEEA-A5F0-FCB6-01B5A736B1D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1752600"/>
            <a:ext cx="7696200" cy="381000"/>
          </a:xfrm>
        </p:spPr>
        <p:txBody>
          <a:bodyPr/>
          <a:lstStyle/>
          <a:p>
            <a:r>
              <a:rPr lang="en-US" altLang="en-US" sz="2000" b="1"/>
              <a:t>Practical Assignment (Solution)</a:t>
            </a:r>
            <a:endParaRPr lang="vi-VN" altLang="en-US" sz="2000" b="1"/>
          </a:p>
        </p:txBody>
      </p:sp>
      <p:pic>
        <p:nvPicPr>
          <p:cNvPr id="53253" name="Picture 5">
            <a:extLst>
              <a:ext uri="{FF2B5EF4-FFF2-40B4-BE49-F238E27FC236}">
                <a16:creationId xmlns:a16="http://schemas.microsoft.com/office/drawing/2014/main" id="{B7720C58-CB8C-E0F3-3AF4-2930550AC9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4" name="Picture 2">
            <a:extLst>
              <a:ext uri="{FF2B5EF4-FFF2-40B4-BE49-F238E27FC236}">
                <a16:creationId xmlns:a16="http://schemas.microsoft.com/office/drawing/2014/main" id="{859D5FDF-B158-67DD-54BC-91F102B365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888" y="2228850"/>
            <a:ext cx="6648450" cy="379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>
            <a:extLst>
              <a:ext uri="{FF2B5EF4-FFF2-40B4-BE49-F238E27FC236}">
                <a16:creationId xmlns:a16="http://schemas.microsoft.com/office/drawing/2014/main" id="{3CD9F44C-4A0E-A649-D575-8ADDA2BF29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43000" y="3124200"/>
            <a:ext cx="6705600" cy="1143000"/>
          </a:xfrm>
        </p:spPr>
        <p:txBody>
          <a:bodyPr/>
          <a:lstStyle/>
          <a:p>
            <a:pPr algn="ctr"/>
            <a:r>
              <a:rPr lang="vi-VN" altLang="en-US"/>
              <a:t>Q &amp; A</a:t>
            </a:r>
            <a:endParaRPr lang="en-US" altLang="en-US"/>
          </a:p>
        </p:txBody>
      </p:sp>
      <p:sp>
        <p:nvSpPr>
          <p:cNvPr id="55299" name="Slide Number Placeholder 6">
            <a:extLst>
              <a:ext uri="{FF2B5EF4-FFF2-40B4-BE49-F238E27FC236}">
                <a16:creationId xmlns:a16="http://schemas.microsoft.com/office/drawing/2014/main" id="{D23F7A7E-45C5-DAAE-50C2-21C4FD7D2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631006E-2233-4DF7-9149-1B81E9609618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en-US" altLang="en-US" sz="1400"/>
          </a:p>
        </p:txBody>
      </p:sp>
      <p:pic>
        <p:nvPicPr>
          <p:cNvPr id="55300" name="Picture 3">
            <a:extLst>
              <a:ext uri="{FF2B5EF4-FFF2-40B4-BE49-F238E27FC236}">
                <a16:creationId xmlns:a16="http://schemas.microsoft.com/office/drawing/2014/main" id="{C4E0F9CD-010C-7C01-9818-6B3B15E769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8" y="44450"/>
            <a:ext cx="12541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Blueprint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Designs\Blueprint.pot</Template>
  <TotalTime>4765</TotalTime>
  <Words>1148</Words>
  <Application>Microsoft Office PowerPoint</Application>
  <PresentationFormat>On-screen Show (4:3)</PresentationFormat>
  <Paragraphs>212</Paragraphs>
  <Slides>26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Tahoma</vt:lpstr>
      <vt:lpstr>MS PGothic</vt:lpstr>
      <vt:lpstr>Arial</vt:lpstr>
      <vt:lpstr>Wingdings</vt:lpstr>
      <vt:lpstr>Times New Roman</vt:lpstr>
      <vt:lpstr>Blueprint</vt:lpstr>
      <vt:lpstr>Human Speech Production</vt:lpstr>
      <vt:lpstr>Contents</vt:lpstr>
      <vt:lpstr>Hearing</vt:lpstr>
      <vt:lpstr>Hearing</vt:lpstr>
      <vt:lpstr>Hearing</vt:lpstr>
      <vt:lpstr>Hearing</vt:lpstr>
      <vt:lpstr>Auditory Models</vt:lpstr>
      <vt:lpstr>Auditory Models</vt:lpstr>
      <vt:lpstr>Auditory Models</vt:lpstr>
      <vt:lpstr>Auditory Models</vt:lpstr>
      <vt:lpstr>Auditory Models</vt:lpstr>
      <vt:lpstr>Auditory Models</vt:lpstr>
      <vt:lpstr>Auditory Models</vt:lpstr>
      <vt:lpstr>Auditory Models</vt:lpstr>
      <vt:lpstr>Auditory Models</vt:lpstr>
      <vt:lpstr>Auditory Models</vt:lpstr>
      <vt:lpstr>Speech Perception</vt:lpstr>
      <vt:lpstr>Speech Perception Fundamentals</vt:lpstr>
      <vt:lpstr>Speech Perception Fundamentals</vt:lpstr>
      <vt:lpstr>Speech Perception Fundamentals</vt:lpstr>
      <vt:lpstr>Speech Perception Fundamentals</vt:lpstr>
      <vt:lpstr>Speech Perception Fundamentals</vt:lpstr>
      <vt:lpstr>Speech Perception Fundamentals</vt:lpstr>
      <vt:lpstr>Speech Perception Fundamentals</vt:lpstr>
      <vt:lpstr>Speech Perception Fundamentals</vt:lpstr>
      <vt:lpstr>Q &amp; 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Tittlehere</dc:title>
  <dc:subject/>
  <dc:creator>Microsoft Office User</dc:creator>
  <cp:keywords/>
  <dc:description/>
  <cp:lastModifiedBy>Vuong Nguyen Luong</cp:lastModifiedBy>
  <cp:revision>182</cp:revision>
  <dcterms:created xsi:type="dcterms:W3CDTF">2022-10-28T07:26:15Z</dcterms:created>
  <dcterms:modified xsi:type="dcterms:W3CDTF">2024-08-29T08:57:40Z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0</vt:i4>
  </property>
  <property fmtid="{D5CDD505-2E9C-101B-9397-08002B2CF9AE}" pid="3" name="GraphicType">
    <vt:i4>0</vt:i4>
  </property>
  <property fmtid="{D5CDD505-2E9C-101B-9397-08002B2CF9AE}" pid="4" name="Compression">
    <vt:i4>0</vt:i4>
  </property>
  <property fmtid="{D5CDD505-2E9C-101B-9397-08002B2CF9AE}" pid="5" name="ScreenSize">
    <vt:i4>0</vt:i4>
  </property>
  <property fmtid="{D5CDD505-2E9C-101B-9397-08002B2CF9AE}" pid="6" name="ScreenUsage">
    <vt:i4>0</vt:i4>
  </property>
  <property fmtid="{D5CDD505-2E9C-101B-9397-08002B2CF9AE}" pid="7" name="MailAddress">
    <vt:lpwstr/>
  </property>
  <property fmtid="{D5CDD505-2E9C-101B-9397-08002B2CF9AE}" pid="8" name="HomePage">
    <vt:lpwstr/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0</vt:i4>
  </property>
  <property fmtid="{D5CDD505-2E9C-101B-9397-08002B2CF9AE}" pid="14" name="TextColor">
    <vt:i4>0</vt:i4>
  </property>
  <property fmtid="{D5CDD505-2E9C-101B-9397-08002B2CF9AE}" pid="15" name="LinkColor">
    <vt:i4>0</vt:i4>
  </property>
  <property fmtid="{D5CDD505-2E9C-101B-9397-08002B2CF9AE}" pid="16" name="VisitedColor">
    <vt:i4>0</vt:i4>
  </property>
  <property fmtid="{D5CDD505-2E9C-101B-9397-08002B2CF9AE}" pid="17" name="TransparentButton">
    <vt:i4>0</vt:i4>
  </property>
  <property fmtid="{D5CDD505-2E9C-101B-9397-08002B2CF9AE}" pid="18" name="ButtonType">
    <vt:i4>0</vt:i4>
  </property>
  <property fmtid="{D5CDD505-2E9C-101B-9397-08002B2CF9AE}" pid="19" name="ShowNotes">
    <vt:bool>false</vt:bool>
  </property>
  <property fmtid="{D5CDD505-2E9C-101B-9397-08002B2CF9AE}" pid="20" name="NavBtnPos">
    <vt:i4>0</vt:i4>
  </property>
  <property fmtid="{D5CDD505-2E9C-101B-9397-08002B2CF9AE}" pid="21" name="OutputDir">
    <vt:lpwstr>C:\Work\html</vt:lpwstr>
  </property>
</Properties>
</file>