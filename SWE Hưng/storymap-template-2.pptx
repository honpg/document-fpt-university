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0" autoAdjust="0"/>
    <p:restoredTop sz="94954" autoAdjust="0"/>
  </p:normalViewPr>
  <p:slideViewPr>
    <p:cSldViewPr snapToGrid="0" showGuides="1">
      <p:cViewPr varScale="1">
        <p:scale>
          <a:sx n="81" d="100"/>
          <a:sy n="81" d="100"/>
        </p:scale>
        <p:origin x="1224" y="62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28B1C2-6F31-4869-84E9-20B95A988CFB}" type="datetimeFigureOut">
              <a:rPr lang="en-US" smtClean="0"/>
              <a:t>11/29/2023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D46E1E-284A-48CD-9B9E-C36434A25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010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D46E1E-284A-48CD-9B9E-C36434A256D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672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451BA-17E4-4359-BAD5-95225715A898}" type="datetimeFigureOut">
              <a:rPr lang="en-US" smtClean="0"/>
              <a:t>11/29/2023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A945F-A2E0-482A-B73B-7A4C509AB8A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153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451BA-17E4-4359-BAD5-95225715A898}" type="datetimeFigureOut">
              <a:rPr lang="en-US" smtClean="0"/>
              <a:t>11/29/2023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A945F-A2E0-482A-B73B-7A4C509AB8A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46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451BA-17E4-4359-BAD5-95225715A898}" type="datetimeFigureOut">
              <a:rPr lang="en-US" smtClean="0"/>
              <a:t>11/29/2023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A945F-A2E0-482A-B73B-7A4C509AB8A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30366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451BA-17E4-4359-BAD5-95225715A898}" type="datetimeFigureOut">
              <a:rPr lang="en-US" smtClean="0"/>
              <a:t>11/29/2023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A945F-A2E0-482A-B73B-7A4C509AB8A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9138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451BA-17E4-4359-BAD5-95225715A898}" type="datetimeFigureOut">
              <a:rPr lang="en-US" smtClean="0"/>
              <a:t>11/29/2023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A945F-A2E0-482A-B73B-7A4C509AB8A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16242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451BA-17E4-4359-BAD5-95225715A898}" type="datetimeFigureOut">
              <a:rPr lang="en-US" smtClean="0"/>
              <a:t>11/29/2023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A945F-A2E0-482A-B73B-7A4C509AB8A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62999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451BA-17E4-4359-BAD5-95225715A898}" type="datetimeFigureOut">
              <a:rPr lang="en-US" smtClean="0"/>
              <a:t>11/29/2023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A945F-A2E0-482A-B73B-7A4C509AB8A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6663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451BA-17E4-4359-BAD5-95225715A898}" type="datetimeFigureOut">
              <a:rPr lang="en-US" smtClean="0"/>
              <a:t>11/29/2023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A945F-A2E0-482A-B73B-7A4C509AB8A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39231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451BA-17E4-4359-BAD5-95225715A898}" type="datetimeFigureOut">
              <a:rPr lang="en-US" smtClean="0"/>
              <a:t>11/29/2023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A945F-A2E0-482A-B73B-7A4C509AB8A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24678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451BA-17E4-4359-BAD5-95225715A898}" type="datetimeFigureOut">
              <a:rPr lang="en-US" smtClean="0"/>
              <a:t>11/29/2023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A945F-A2E0-482A-B73B-7A4C509AB8A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2354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451BA-17E4-4359-BAD5-95225715A898}" type="datetimeFigureOut">
              <a:rPr lang="en-US" smtClean="0"/>
              <a:t>11/29/2023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A945F-A2E0-482A-B73B-7A4C509AB8A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0257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0451BA-17E4-4359-BAD5-95225715A898}" type="datetimeFigureOut">
              <a:rPr lang="en-US" smtClean="0"/>
              <a:t>11/29/2023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7A945F-A2E0-482A-B73B-7A4C509AB8A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1636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1810836" y="354875"/>
            <a:ext cx="1309011" cy="56231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.VnArial" panose="020B7200000000000000" pitchFamily="3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810836" y="1992755"/>
            <a:ext cx="1309011" cy="562316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.VnArial" panose="020B7200000000000000" pitchFamily="3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810836" y="2920557"/>
            <a:ext cx="1309011" cy="562316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.VnArial" panose="020B7200000000000000" pitchFamily="3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810836" y="986586"/>
            <a:ext cx="1309011" cy="562316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.VnArial" panose="020B7200000000000000" pitchFamily="34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261358" y="986586"/>
            <a:ext cx="1309011" cy="562316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.VnArial" panose="020B7200000000000000" pitchFamily="34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261358" y="1992755"/>
            <a:ext cx="1309011" cy="562316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.VnArial" panose="020B7200000000000000" pitchFamily="34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711880" y="346711"/>
            <a:ext cx="1309011" cy="56231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.VnArial" panose="020B7200000000000000" pitchFamily="34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711880" y="978422"/>
            <a:ext cx="1309011" cy="562316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.VnArial" panose="020B7200000000000000" pitchFamily="34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711880" y="1984591"/>
            <a:ext cx="1309011" cy="562316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.VnArial" panose="020B7200000000000000" pitchFamily="34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711880" y="2950154"/>
            <a:ext cx="1309011" cy="562316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.VnArial" panose="020B7200000000000000" pitchFamily="34" charset="0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188528" y="1978836"/>
            <a:ext cx="1309011" cy="562316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.VnArial" panose="020B7200000000000000" pitchFamily="34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612924" y="354875"/>
            <a:ext cx="1309011" cy="56231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.VnArial" panose="020B7200000000000000" pitchFamily="34" charset="0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612924" y="986586"/>
            <a:ext cx="1309011" cy="562316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.VnArial" panose="020B7200000000000000" pitchFamily="34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162402" y="984032"/>
            <a:ext cx="1309011" cy="562316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.VnArial" panose="020B7200000000000000" pitchFamily="34" charset="0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188528" y="2978587"/>
            <a:ext cx="1309011" cy="562316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.VnArial" panose="020B7200000000000000" pitchFamily="34" charset="0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9063446" y="986586"/>
            <a:ext cx="1309011" cy="562316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.VnArial" panose="020B7200000000000000" pitchFamily="34" charset="0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7639050" y="1957919"/>
            <a:ext cx="1309011" cy="562316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.VnArial" panose="020B7200000000000000" pitchFamily="34" charset="0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639050" y="2957670"/>
            <a:ext cx="1309011" cy="562316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.VnArial" panose="020B7200000000000000" pitchFamily="34" charset="0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170017" y="3887963"/>
            <a:ext cx="1309011" cy="562316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.VnArial" panose="020B7200000000000000" pitchFamily="34" charset="0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9089572" y="2004352"/>
            <a:ext cx="1309011" cy="562316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.VnArial" panose="020B7200000000000000" pitchFamily="34" charset="0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9089572" y="2978587"/>
            <a:ext cx="1309011" cy="562316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.VnArial" panose="020B7200000000000000" pitchFamily="34" charset="0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9089572" y="3912352"/>
            <a:ext cx="1309011" cy="562316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.VnArial" panose="020B7200000000000000" pitchFamily="34" charset="0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9089572" y="4593566"/>
            <a:ext cx="1309011" cy="562316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.VnArial" panose="020B7200000000000000" pitchFamily="34" charset="0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3257004" y="2937635"/>
            <a:ext cx="1309011" cy="562316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.VnArial" panose="020B7200000000000000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69965" y="409303"/>
            <a:ext cx="13773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User activity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19" y="1049383"/>
            <a:ext cx="11599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User tasks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 flipV="1">
            <a:off x="1663337" y="1785258"/>
            <a:ext cx="8961120" cy="26125"/>
          </a:xfrm>
          <a:prstGeom prst="straightConnector1">
            <a:avLst/>
          </a:prstGeom>
          <a:ln w="28575">
            <a:solidFill>
              <a:schemeClr val="accent4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296090" y="1637208"/>
            <a:ext cx="10885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4"/>
                </a:solidFill>
              </a:rPr>
              <a:t>Release 1</a:t>
            </a:r>
          </a:p>
        </p:txBody>
      </p:sp>
      <p:cxnSp>
        <p:nvCxnSpPr>
          <p:cNvPr id="39" name="Straight Arrow Connector 38"/>
          <p:cNvCxnSpPr/>
          <p:nvPr/>
        </p:nvCxnSpPr>
        <p:spPr>
          <a:xfrm flipV="1">
            <a:off x="1676399" y="2773676"/>
            <a:ext cx="8961120" cy="26125"/>
          </a:xfrm>
          <a:prstGeom prst="straightConnector1">
            <a:avLst/>
          </a:prstGeom>
          <a:ln w="28575">
            <a:solidFill>
              <a:schemeClr val="accent4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309152" y="2625626"/>
            <a:ext cx="10885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4"/>
                </a:solidFill>
              </a:rPr>
              <a:t>Release 2</a:t>
            </a:r>
          </a:p>
        </p:txBody>
      </p:sp>
      <p:cxnSp>
        <p:nvCxnSpPr>
          <p:cNvPr id="41" name="Straight Arrow Connector 40"/>
          <p:cNvCxnSpPr/>
          <p:nvPr/>
        </p:nvCxnSpPr>
        <p:spPr>
          <a:xfrm flipV="1">
            <a:off x="1689457" y="3718551"/>
            <a:ext cx="8961120" cy="26125"/>
          </a:xfrm>
          <a:prstGeom prst="straightConnector1">
            <a:avLst/>
          </a:prstGeom>
          <a:ln w="28575">
            <a:solidFill>
              <a:schemeClr val="accent4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322210" y="3570501"/>
            <a:ext cx="10885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4"/>
                </a:solidFill>
              </a:rPr>
              <a:t>Release 3</a:t>
            </a:r>
          </a:p>
        </p:txBody>
      </p:sp>
    </p:spTree>
    <p:extLst>
      <p:ext uri="{BB962C8B-B14F-4D97-AF65-F5344CB8AC3E}">
        <p14:creationId xmlns:p14="http://schemas.microsoft.com/office/powerpoint/2010/main" val="20914643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11</Words>
  <Application>Microsoft Office PowerPoint</Application>
  <PresentationFormat>Widescreen</PresentationFormat>
  <Paragraphs>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.VnArial</vt:lpstr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ADMIN</cp:lastModifiedBy>
  <cp:revision>9</cp:revision>
  <dcterms:created xsi:type="dcterms:W3CDTF">2023-04-11T07:22:26Z</dcterms:created>
  <dcterms:modified xsi:type="dcterms:W3CDTF">2023-11-29T15:22:57Z</dcterms:modified>
</cp:coreProperties>
</file>