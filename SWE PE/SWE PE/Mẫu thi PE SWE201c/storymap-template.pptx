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0" autoAdjust="0"/>
  </p:normalViewPr>
  <p:slideViewPr>
    <p:cSldViewPr snapToGrid="0" showGuides="1">
      <p:cViewPr varScale="1">
        <p:scale>
          <a:sx n="81" d="100"/>
          <a:sy n="81" d="100"/>
        </p:scale>
        <p:origin x="706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5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3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13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62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9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23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467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35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257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451BA-17E4-4359-BAD5-95225715A898}" type="datetimeFigureOut">
              <a:rPr lang="en-US" smtClean="0"/>
              <a:t>4/21/2023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A945F-A2E0-482A-B73B-7A4C509AB8A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63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810836" y="354875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10836" y="199275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810836" y="292055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810836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61358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61358" y="199275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11880" y="346711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11880" y="978422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11880" y="1984591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11880" y="2950154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88528" y="1978836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12924" y="354875"/>
            <a:ext cx="1309011" cy="5623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612924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62402" y="984032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8528" y="297858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63446" y="986586"/>
            <a:ext cx="1309011" cy="56231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39050" y="1957919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639050" y="2957670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639050" y="3912352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089572" y="2004352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89572" y="2978587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89572" y="3912352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9089572" y="4593566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7004" y="2937635"/>
            <a:ext cx="1309011" cy="562316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.VnArial" panose="020B7200000000000000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9965" y="409303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User activity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19" y="1049383"/>
            <a:ext cx="115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User tasks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663337" y="1785258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96090" y="1637208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1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 flipV="1">
            <a:off x="1676399" y="2773676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09152" y="2625626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2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1689457" y="3718551"/>
            <a:ext cx="8961120" cy="26125"/>
          </a:xfrm>
          <a:prstGeom prst="straightConnector1">
            <a:avLst/>
          </a:prstGeom>
          <a:ln w="28575">
            <a:solidFill>
              <a:schemeClr val="accent4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2210" y="3570501"/>
            <a:ext cx="1088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Release 3</a:t>
            </a:r>
          </a:p>
        </p:txBody>
      </p:sp>
    </p:spTree>
    <p:extLst>
      <p:ext uri="{BB962C8B-B14F-4D97-AF65-F5344CB8AC3E}">
        <p14:creationId xmlns:p14="http://schemas.microsoft.com/office/powerpoint/2010/main" val="2091464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.VnArial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Thu Phùng</cp:lastModifiedBy>
  <cp:revision>8</cp:revision>
  <dcterms:created xsi:type="dcterms:W3CDTF">2023-04-11T07:22:26Z</dcterms:created>
  <dcterms:modified xsi:type="dcterms:W3CDTF">2023-04-21T17:10:28Z</dcterms:modified>
</cp:coreProperties>
</file>